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0.svg" ContentType="image/svg+xml"/>
  <Override PartName="/ppt/media/image15.svg" ContentType="image/svg+xml"/>
  <Override PartName="/ppt/media/image19.svg" ContentType="image/svg+xml"/>
  <Override PartName="/ppt/media/image24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3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7" r:id="rId5"/>
    <p:sldMasterId id="2147483672" r:id="rId6"/>
    <p:sldMasterId id="2147483706" r:id="rId7"/>
    <p:sldMasterId id="2147483685" r:id="rId8"/>
    <p:sldMasterId id="2147483690" r:id="rId9"/>
    <p:sldMasterId id="2147483697" r:id="rId10"/>
    <p:sldMasterId id="2147483724" r:id="rId11"/>
    <p:sldMasterId id="2147483745" r:id="rId12"/>
    <p:sldMasterId id="2147483747" r:id="rId13"/>
    <p:sldMasterId id="2147483782" r:id="rId14"/>
    <p:sldMasterId id="2147483820" r:id="rId15"/>
    <p:sldMasterId id="2147483853" r:id="rId16"/>
    <p:sldMasterId id="2147483863" r:id="rId17"/>
    <p:sldMasterId id="2147483885" r:id="rId18"/>
    <p:sldMasterId id="2147483942" r:id="rId19"/>
    <p:sldMasterId id="2147483978" r:id="rId20"/>
  </p:sldMasterIdLst>
  <p:notesMasterIdLst>
    <p:notesMasterId r:id="rId50"/>
  </p:notesMasterIdLst>
  <p:sldIdLst>
    <p:sldId id="1209" r:id="rId21"/>
    <p:sldId id="3834" r:id="rId22"/>
    <p:sldId id="1142" r:id="rId23"/>
    <p:sldId id="1081" r:id="rId24"/>
    <p:sldId id="1187" r:id="rId25"/>
    <p:sldId id="3839" r:id="rId26"/>
    <p:sldId id="3840" r:id="rId27"/>
    <p:sldId id="303" r:id="rId28"/>
    <p:sldId id="304" r:id="rId29"/>
    <p:sldId id="1172" r:id="rId30"/>
    <p:sldId id="280" r:id="rId31"/>
    <p:sldId id="293" r:id="rId32"/>
    <p:sldId id="294" r:id="rId33"/>
    <p:sldId id="3841" r:id="rId34"/>
    <p:sldId id="296" r:id="rId35"/>
    <p:sldId id="297" r:id="rId36"/>
    <p:sldId id="298" r:id="rId37"/>
    <p:sldId id="1145" r:id="rId38"/>
    <p:sldId id="299" r:id="rId39"/>
    <p:sldId id="1192" r:id="rId40"/>
    <p:sldId id="3842" r:id="rId41"/>
    <p:sldId id="1194" r:id="rId42"/>
    <p:sldId id="3843" r:id="rId43"/>
    <p:sldId id="1195" r:id="rId44"/>
    <p:sldId id="1196" r:id="rId45"/>
    <p:sldId id="273" r:id="rId46"/>
    <p:sldId id="3846" r:id="rId47"/>
    <p:sldId id="3845" r:id="rId48"/>
    <p:sldId id="275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9DC492B-E97A-472D-92CA-06A6EF570316}">
          <p14:sldIdLst>
            <p14:sldId id="1209"/>
            <p14:sldId id="3834"/>
            <p14:sldId id="1142"/>
            <p14:sldId id="1081"/>
            <p14:sldId id="1187"/>
            <p14:sldId id="3839"/>
            <p14:sldId id="3840"/>
            <p14:sldId id="303"/>
            <p14:sldId id="304"/>
            <p14:sldId id="1172"/>
          </p14:sldIdLst>
        </p14:section>
        <p14:section name="Modules" id="{22594038-62B7-4695-B6E6-3F4E3B827BB7}">
          <p14:sldIdLst>
            <p14:sldId id="280"/>
            <p14:sldId id="293"/>
            <p14:sldId id="294"/>
            <p14:sldId id="3841"/>
            <p14:sldId id="296"/>
            <p14:sldId id="297"/>
            <p14:sldId id="298"/>
            <p14:sldId id="1145"/>
            <p14:sldId id="299"/>
            <p14:sldId id="1192"/>
            <p14:sldId id="3842"/>
            <p14:sldId id="1194"/>
            <p14:sldId id="3843"/>
            <p14:sldId id="1195"/>
            <p14:sldId id="1196"/>
          </p14:sldIdLst>
        </p14:section>
        <p14:section name="Outro" id="{539EA5DE-40FC-46C3-B494-479EDBD9FB03}">
          <p14:sldIdLst>
            <p14:sldId id="273"/>
            <p14:sldId id="3846"/>
            <p14:sldId id="3845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ckson, Julie" initials="HJ" lastIdx="3" clrIdx="0">
    <p:extLst>
      <p:ext uri="{19B8F6BF-5375-455C-9EA6-DF929625EA0E}">
        <p15:presenceInfo xmlns:p15="http://schemas.microsoft.com/office/powerpoint/2012/main" userId="S::jhickson@qa.com::6371a209-da09-4ec4-9e26-6b8fffeab3b8" providerId="AD"/>
      </p:ext>
    </p:extLst>
  </p:cmAuthor>
  <p:cmAuthor id="2" name="O'Brien, Richard" initials="OR" lastIdx="1" clrIdx="1">
    <p:extLst>
      <p:ext uri="{19B8F6BF-5375-455C-9EA6-DF929625EA0E}">
        <p15:presenceInfo xmlns:p15="http://schemas.microsoft.com/office/powerpoint/2012/main" userId="S::robrien@qa.com::b2466428-2ec8-41f5-966f-ee8c2534576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 autoAdjust="0"/>
    <p:restoredTop sz="72822" autoAdjust="0"/>
  </p:normalViewPr>
  <p:slideViewPr>
    <p:cSldViewPr snapToGrid="0">
      <p:cViewPr varScale="1">
        <p:scale>
          <a:sx n="56" d="100"/>
          <a:sy n="56" d="100"/>
        </p:scale>
        <p:origin x="1116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90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Master" Target="slideMasters/slideMaster7.xml"/><Relationship Id="rId11" Type="http://schemas.openxmlformats.org/officeDocument/2006/relationships/slideMaster" Target="slideMasters/slideMaster8.xml"/><Relationship Id="rId12" Type="http://schemas.openxmlformats.org/officeDocument/2006/relationships/slideMaster" Target="slideMasters/slideMaster9.xml"/><Relationship Id="rId13" Type="http://schemas.openxmlformats.org/officeDocument/2006/relationships/slideMaster" Target="slideMasters/slideMaster10.xml"/><Relationship Id="rId14" Type="http://schemas.openxmlformats.org/officeDocument/2006/relationships/slideMaster" Target="slideMasters/slideMaster11.xml"/><Relationship Id="rId15" Type="http://schemas.openxmlformats.org/officeDocument/2006/relationships/slideMaster" Target="slideMasters/slideMaster12.xml"/><Relationship Id="rId16" Type="http://schemas.openxmlformats.org/officeDocument/2006/relationships/slideMaster" Target="slideMasters/slideMaster13.xml"/><Relationship Id="rId17" Type="http://schemas.openxmlformats.org/officeDocument/2006/relationships/slideMaster" Target="slideMasters/slideMaster14.xml"/><Relationship Id="rId18" Type="http://schemas.openxmlformats.org/officeDocument/2006/relationships/slideMaster" Target="slideMasters/slideMaster15.xml"/><Relationship Id="rId19" Type="http://schemas.openxmlformats.org/officeDocument/2006/relationships/slideMaster" Target="slideMasters/slideMaster16.xml"/><Relationship Id="rId20" Type="http://schemas.openxmlformats.org/officeDocument/2006/relationships/slideMaster" Target="slideMasters/slideMaster17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notesMaster" Target="notesMasters/notesMaster1.xml"/><Relationship Id="rId51" Type="http://schemas.openxmlformats.org/officeDocument/2006/relationships/commentAuthors" Target="commentAuthors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y Marsh" userId="31929d63c4c27c29" providerId="LiveId" clId="{B47E61E5-6E41-4F73-9A11-36F39FF35900}"/>
    <pc:docChg chg="undo custSel addSld delSld modSld modSection">
      <pc:chgData name="Antony Marsh" userId="31929d63c4c27c29" providerId="LiveId" clId="{B47E61E5-6E41-4F73-9A11-36F39FF35900}" dt="2023-08-07T09:05:07.558" v="30" actId="6549"/>
      <pc:docMkLst>
        <pc:docMk/>
      </pc:docMkLst>
      <pc:sldChg chg="add del">
        <pc:chgData name="Antony Marsh" userId="31929d63c4c27c29" providerId="LiveId" clId="{B47E61E5-6E41-4F73-9A11-36F39FF35900}" dt="2023-08-07T09:02:29.434" v="20" actId="47"/>
        <pc:sldMkLst>
          <pc:docMk/>
          <pc:sldMk cId="1106390280" sldId="256"/>
        </pc:sldMkLst>
      </pc:sldChg>
      <pc:sldChg chg="mod modShow">
        <pc:chgData name="Antony Marsh" userId="31929d63c4c27c29" providerId="LiveId" clId="{B47E61E5-6E41-4F73-9A11-36F39FF35900}" dt="2023-08-07T09:04:48.587" v="26" actId="729"/>
        <pc:sldMkLst>
          <pc:docMk/>
          <pc:sldMk cId="3693909639" sldId="275"/>
        </pc:sldMkLst>
      </pc:sldChg>
      <pc:sldChg chg="modSp mod">
        <pc:chgData name="Antony Marsh" userId="31929d63c4c27c29" providerId="LiveId" clId="{B47E61E5-6E41-4F73-9A11-36F39FF35900}" dt="2023-08-07T09:05:07.558" v="30" actId="6549"/>
        <pc:sldMkLst>
          <pc:docMk/>
          <pc:sldMk cId="916084557" sldId="276"/>
        </pc:sldMkLst>
        <pc:spChg chg="mod">
          <ac:chgData name="Antony Marsh" userId="31929d63c4c27c29" providerId="LiveId" clId="{B47E61E5-6E41-4F73-9A11-36F39FF35900}" dt="2023-08-07T09:05:07.558" v="30" actId="6549"/>
          <ac:spMkLst>
            <pc:docMk/>
            <pc:sldMk cId="916084557" sldId="276"/>
            <ac:spMk id="2" creationId="{00000000-0000-0000-0000-000000000000}"/>
          </ac:spMkLst>
        </pc:spChg>
      </pc:sldChg>
      <pc:sldChg chg="mod modShow">
        <pc:chgData name="Antony Marsh" userId="31929d63c4c27c29" providerId="LiveId" clId="{B47E61E5-6E41-4F73-9A11-36F39FF35900}" dt="2023-08-07T09:04:25.527" v="25" actId="729"/>
        <pc:sldMkLst>
          <pc:docMk/>
          <pc:sldMk cId="2394562770" sldId="278"/>
        </pc:sldMkLst>
      </pc:sldChg>
      <pc:sldChg chg="del">
        <pc:chgData name="Antony Marsh" userId="31929d63c4c27c29" providerId="LiveId" clId="{B47E61E5-6E41-4F73-9A11-36F39FF35900}" dt="2023-08-07T09:03:23.415" v="24" actId="47"/>
        <pc:sldMkLst>
          <pc:docMk/>
          <pc:sldMk cId="4096264009" sldId="280"/>
        </pc:sldMkLst>
      </pc:sldChg>
      <pc:sldChg chg="add del">
        <pc:chgData name="Antony Marsh" userId="31929d63c4c27c29" providerId="LiveId" clId="{B47E61E5-6E41-4F73-9A11-36F39FF35900}" dt="2023-08-07T09:03:23.415" v="24" actId="47"/>
        <pc:sldMkLst>
          <pc:docMk/>
          <pc:sldMk cId="2464560616" sldId="293"/>
        </pc:sldMkLst>
      </pc:sldChg>
      <pc:sldChg chg="del">
        <pc:chgData name="Antony Marsh" userId="31929d63c4c27c29" providerId="LiveId" clId="{B47E61E5-6E41-4F73-9A11-36F39FF35900}" dt="2023-08-07T09:03:23.415" v="24" actId="47"/>
        <pc:sldMkLst>
          <pc:docMk/>
          <pc:sldMk cId="1073709339" sldId="294"/>
        </pc:sldMkLst>
      </pc:sldChg>
      <pc:sldChg chg="del">
        <pc:chgData name="Antony Marsh" userId="31929d63c4c27c29" providerId="LiveId" clId="{B47E61E5-6E41-4F73-9A11-36F39FF35900}" dt="2023-08-07T09:03:23.415" v="24" actId="47"/>
        <pc:sldMkLst>
          <pc:docMk/>
          <pc:sldMk cId="2961537119" sldId="296"/>
        </pc:sldMkLst>
      </pc:sldChg>
      <pc:sldChg chg="modSp add del mod">
        <pc:chgData name="Antony Marsh" userId="31929d63c4c27c29" providerId="LiveId" clId="{B47E61E5-6E41-4F73-9A11-36F39FF35900}" dt="2023-08-07T09:03:23.415" v="24" actId="47"/>
        <pc:sldMkLst>
          <pc:docMk/>
          <pc:sldMk cId="2942689425" sldId="297"/>
        </pc:sldMkLst>
        <pc:spChg chg="mod">
          <ac:chgData name="Antony Marsh" userId="31929d63c4c27c29" providerId="LiveId" clId="{B47E61E5-6E41-4F73-9A11-36F39FF35900}" dt="2023-08-04T13:38:07.010" v="16" actId="20577"/>
          <ac:spMkLst>
            <pc:docMk/>
            <pc:sldMk cId="2942689425" sldId="297"/>
            <ac:spMk id="5" creationId="{60EA7EDF-43D5-A7B2-D18D-FD92DEDEBFFA}"/>
          </ac:spMkLst>
        </pc:spChg>
      </pc:sldChg>
      <pc:sldChg chg="del">
        <pc:chgData name="Antony Marsh" userId="31929d63c4c27c29" providerId="LiveId" clId="{B47E61E5-6E41-4F73-9A11-36F39FF35900}" dt="2023-08-07T09:03:23.415" v="24" actId="47"/>
        <pc:sldMkLst>
          <pc:docMk/>
          <pc:sldMk cId="1817113295" sldId="298"/>
        </pc:sldMkLst>
      </pc:sldChg>
      <pc:sldChg chg="del">
        <pc:chgData name="Antony Marsh" userId="31929d63c4c27c29" providerId="LiveId" clId="{B47E61E5-6E41-4F73-9A11-36F39FF35900}" dt="2023-08-07T09:03:23.415" v="24" actId="47"/>
        <pc:sldMkLst>
          <pc:docMk/>
          <pc:sldMk cId="3586584501" sldId="299"/>
        </pc:sldMkLst>
      </pc:sldChg>
      <pc:sldChg chg="add del">
        <pc:chgData name="Antony Marsh" userId="31929d63c4c27c29" providerId="LiveId" clId="{B47E61E5-6E41-4F73-9A11-36F39FF35900}" dt="2023-08-07T09:03:16.395" v="23"/>
        <pc:sldMkLst>
          <pc:docMk/>
          <pc:sldMk cId="1946139120" sldId="1144"/>
        </pc:sldMkLst>
      </pc:sldChg>
      <pc:sldChg chg="add del">
        <pc:chgData name="Antony Marsh" userId="31929d63c4c27c29" providerId="LiveId" clId="{B47E61E5-6E41-4F73-9A11-36F39FF35900}" dt="2023-08-07T09:03:23.415" v="24" actId="47"/>
        <pc:sldMkLst>
          <pc:docMk/>
          <pc:sldMk cId="1372873028" sldId="1145"/>
        </pc:sldMkLst>
      </pc:sldChg>
      <pc:sldChg chg="add">
        <pc:chgData name="Antony Marsh" userId="31929d63c4c27c29" providerId="LiveId" clId="{B47E61E5-6E41-4F73-9A11-36F39FF35900}" dt="2023-08-07T09:02:34.056" v="21"/>
        <pc:sldMkLst>
          <pc:docMk/>
          <pc:sldMk cId="1488083525" sldId="1187"/>
        </pc:sldMkLst>
      </pc:sldChg>
      <pc:sldChg chg="del">
        <pc:chgData name="Antony Marsh" userId="31929d63c4c27c29" providerId="LiveId" clId="{B47E61E5-6E41-4F73-9A11-36F39FF35900}" dt="2023-08-07T09:02:35.533" v="22" actId="47"/>
        <pc:sldMkLst>
          <pc:docMk/>
          <pc:sldMk cId="4041182060" sldId="1188"/>
        </pc:sldMkLst>
      </pc:sldChg>
      <pc:sldChg chg="del">
        <pc:chgData name="Antony Marsh" userId="31929d63c4c27c29" providerId="LiveId" clId="{B47E61E5-6E41-4F73-9A11-36F39FF35900}" dt="2023-08-03T16:58:27.330" v="5" actId="47"/>
        <pc:sldMkLst>
          <pc:docMk/>
          <pc:sldMk cId="3609907754" sldId="1190"/>
        </pc:sldMkLst>
      </pc:sldChg>
      <pc:sldChg chg="del">
        <pc:chgData name="Antony Marsh" userId="31929d63c4c27c29" providerId="LiveId" clId="{B47E61E5-6E41-4F73-9A11-36F39FF35900}" dt="2023-08-03T16:58:35.195" v="7" actId="47"/>
        <pc:sldMkLst>
          <pc:docMk/>
          <pc:sldMk cId="1889601777" sldId="1191"/>
        </pc:sldMkLst>
      </pc:sldChg>
      <pc:sldChg chg="addSp delSp modSp del mod">
        <pc:chgData name="Antony Marsh" userId="31929d63c4c27c29" providerId="LiveId" clId="{B47E61E5-6E41-4F73-9A11-36F39FF35900}" dt="2023-08-07T09:03:23.415" v="24" actId="47"/>
        <pc:sldMkLst>
          <pc:docMk/>
          <pc:sldMk cId="1146133286" sldId="1192"/>
        </pc:sldMkLst>
        <pc:spChg chg="del">
          <ac:chgData name="Antony Marsh" userId="31929d63c4c27c29" providerId="LiveId" clId="{B47E61E5-6E41-4F73-9A11-36F39FF35900}" dt="2023-08-04T13:36:39.861" v="8" actId="478"/>
          <ac:spMkLst>
            <pc:docMk/>
            <pc:sldMk cId="1146133286" sldId="1192"/>
            <ac:spMk id="3" creationId="{1F08AAF7-F0CA-D4BB-3695-80F3DD886FDD}"/>
          </ac:spMkLst>
        </pc:spChg>
        <pc:spChg chg="add mod">
          <ac:chgData name="Antony Marsh" userId="31929d63c4c27c29" providerId="LiveId" clId="{B47E61E5-6E41-4F73-9A11-36F39FF35900}" dt="2023-08-04T13:37:09.023" v="14" actId="20577"/>
          <ac:spMkLst>
            <pc:docMk/>
            <pc:sldMk cId="1146133286" sldId="1192"/>
            <ac:spMk id="5" creationId="{C31A6A8A-855E-513E-124C-A5A0DBCB2DDE}"/>
          </ac:spMkLst>
        </pc:spChg>
      </pc:sldChg>
      <pc:sldChg chg="modSp add del mod">
        <pc:chgData name="Antony Marsh" userId="31929d63c4c27c29" providerId="LiveId" clId="{B47E61E5-6E41-4F73-9A11-36F39FF35900}" dt="2023-08-07T09:03:23.415" v="24" actId="47"/>
        <pc:sldMkLst>
          <pc:docMk/>
          <pc:sldMk cId="11054098" sldId="1194"/>
        </pc:sldMkLst>
        <pc:spChg chg="mod">
          <ac:chgData name="Antony Marsh" userId="31929d63c4c27c29" providerId="LiveId" clId="{B47E61E5-6E41-4F73-9A11-36F39FF35900}" dt="2023-08-04T13:38:04.650" v="15" actId="20577"/>
          <ac:spMkLst>
            <pc:docMk/>
            <pc:sldMk cId="11054098" sldId="1194"/>
            <ac:spMk id="5" creationId="{1162957C-30B8-8755-446F-DA841A184C01}"/>
          </ac:spMkLst>
        </pc:spChg>
      </pc:sldChg>
      <pc:sldChg chg="del">
        <pc:chgData name="Antony Marsh" userId="31929d63c4c27c29" providerId="LiveId" clId="{B47E61E5-6E41-4F73-9A11-36F39FF35900}" dt="2023-08-03T16:58:09.878" v="1" actId="47"/>
        <pc:sldMkLst>
          <pc:docMk/>
          <pc:sldMk cId="115605381" sldId="1194"/>
        </pc:sldMkLst>
      </pc:sldChg>
      <pc:sldChg chg="add">
        <pc:chgData name="Antony Marsh" userId="31929d63c4c27c29" providerId="LiveId" clId="{B47E61E5-6E41-4F73-9A11-36F39FF35900}" dt="2023-08-07T09:02:18.586" v="17"/>
        <pc:sldMkLst>
          <pc:docMk/>
          <pc:sldMk cId="378867352" sldId="1195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3710678316" sldId="1196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3859663881" sldId="1197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3986802080" sldId="1198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3876588352" sldId="1199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122762493" sldId="1200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422807517" sldId="1201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274456122" sldId="1202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3863693176" sldId="1203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2337305090" sldId="1204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4204350303" sldId="1205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555595614" sldId="1206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2033332767" sldId="1207"/>
        </pc:sldMkLst>
      </pc:sldChg>
      <pc:sldChg chg="add">
        <pc:chgData name="Antony Marsh" userId="31929d63c4c27c29" providerId="LiveId" clId="{B47E61E5-6E41-4F73-9A11-36F39FF35900}" dt="2023-08-07T09:03:16.395" v="23"/>
        <pc:sldMkLst>
          <pc:docMk/>
          <pc:sldMk cId="2885046747" sldId="1208"/>
        </pc:sldMkLst>
      </pc:sldChg>
      <pc:sldMasterChg chg="delSldLayout">
        <pc:chgData name="Antony Marsh" userId="31929d63c4c27c29" providerId="LiveId" clId="{B47E61E5-6E41-4F73-9A11-36F39FF35900}" dt="2023-08-07T09:03:23.415" v="24" actId="47"/>
        <pc:sldMasterMkLst>
          <pc:docMk/>
          <pc:sldMasterMk cId="2329942973" sldId="2147483667"/>
        </pc:sldMasterMkLst>
        <pc:sldLayoutChg chg="del">
          <pc:chgData name="Antony Marsh" userId="31929d63c4c27c29" providerId="LiveId" clId="{B47E61E5-6E41-4F73-9A11-36F39FF35900}" dt="2023-08-07T09:03:23.415" v="24" actId="47"/>
          <pc:sldLayoutMkLst>
            <pc:docMk/>
            <pc:sldMasterMk cId="2329942973" sldId="2147483667"/>
            <pc:sldLayoutMk cId="3700686755" sldId="2147483713"/>
          </pc:sldLayoutMkLst>
        </pc:sldLayoutChg>
        <pc:sldLayoutChg chg="del">
          <pc:chgData name="Antony Marsh" userId="31929d63c4c27c29" providerId="LiveId" clId="{B47E61E5-6E41-4F73-9A11-36F39FF35900}" dt="2023-08-07T09:03:23.415" v="24" actId="47"/>
          <pc:sldLayoutMkLst>
            <pc:docMk/>
            <pc:sldMasterMk cId="2329942973" sldId="2147483667"/>
            <pc:sldLayoutMk cId="640253179" sldId="2147483714"/>
          </pc:sldLayoutMkLst>
        </pc:sldLayoutChg>
        <pc:sldLayoutChg chg="del">
          <pc:chgData name="Antony Marsh" userId="31929d63c4c27c29" providerId="LiveId" clId="{B47E61E5-6E41-4F73-9A11-36F39FF35900}" dt="2023-08-07T09:03:23.415" v="24" actId="47"/>
          <pc:sldLayoutMkLst>
            <pc:docMk/>
            <pc:sldMasterMk cId="2329942973" sldId="2147483667"/>
            <pc:sldLayoutMk cId="3350494241" sldId="2147483715"/>
          </pc:sldLayoutMkLst>
        </pc:sldLayoutChg>
      </pc:sldMasterChg>
      <pc:sldMasterChg chg="delSldLayout">
        <pc:chgData name="Antony Marsh" userId="31929d63c4c27c29" providerId="LiveId" clId="{B47E61E5-6E41-4F73-9A11-36F39FF35900}" dt="2023-08-07T09:02:29.434" v="20" actId="47"/>
        <pc:sldMasterMkLst>
          <pc:docMk/>
          <pc:sldMasterMk cId="1593035210" sldId="2147483672"/>
        </pc:sldMasterMkLst>
        <pc:sldLayoutChg chg="del">
          <pc:chgData name="Antony Marsh" userId="31929d63c4c27c29" providerId="LiveId" clId="{B47E61E5-6E41-4F73-9A11-36F39FF35900}" dt="2023-08-07T09:02:29.434" v="20" actId="47"/>
          <pc:sldLayoutMkLst>
            <pc:docMk/>
            <pc:sldMasterMk cId="1593035210" sldId="2147483672"/>
            <pc:sldLayoutMk cId="3654309181" sldId="2147483716"/>
          </pc:sldLayoutMkLst>
        </pc:sldLayoutChg>
      </pc:sldMasterChg>
    </pc:docChg>
  </pc:docChgLst>
  <pc:docChgLst>
    <pc:chgData name="Julie D" userId="1d4978729c7fd7e3" providerId="LiveId" clId="{8C2B757E-FEC7-4E19-9227-10CC89948952}"/>
    <pc:docChg chg="custSel delSld modSld modSection">
      <pc:chgData name="Julie D" userId="1d4978729c7fd7e3" providerId="LiveId" clId="{8C2B757E-FEC7-4E19-9227-10CC89948952}" dt="2024-01-09T17:17:00.323" v="3" actId="478"/>
      <pc:docMkLst>
        <pc:docMk/>
      </pc:docMkLst>
      <pc:sldChg chg="del">
        <pc:chgData name="Julie D" userId="1d4978729c7fd7e3" providerId="LiveId" clId="{8C2B757E-FEC7-4E19-9227-10CC89948952}" dt="2024-01-09T17:16:44.071" v="0" actId="47"/>
        <pc:sldMkLst>
          <pc:docMk/>
          <pc:sldMk cId="3693909639" sldId="275"/>
        </pc:sldMkLst>
      </pc:sldChg>
      <pc:sldChg chg="del">
        <pc:chgData name="Julie D" userId="1d4978729c7fd7e3" providerId="LiveId" clId="{8C2B757E-FEC7-4E19-9227-10CC89948952}" dt="2024-01-09T17:16:48.541" v="1" actId="47"/>
        <pc:sldMkLst>
          <pc:docMk/>
          <pc:sldMk cId="916084557" sldId="276"/>
        </pc:sldMkLst>
      </pc:sldChg>
      <pc:sldChg chg="delSp mod">
        <pc:chgData name="Julie D" userId="1d4978729c7fd7e3" providerId="LiveId" clId="{8C2B757E-FEC7-4E19-9227-10CC89948952}" dt="2024-01-09T17:17:00.323" v="3" actId="478"/>
        <pc:sldMkLst>
          <pc:docMk/>
          <pc:sldMk cId="2426997669" sldId="277"/>
        </pc:sldMkLst>
        <pc:spChg chg="del">
          <ac:chgData name="Julie D" userId="1d4978729c7fd7e3" providerId="LiveId" clId="{8C2B757E-FEC7-4E19-9227-10CC89948952}" dt="2024-01-09T17:16:55.941" v="2" actId="478"/>
          <ac:spMkLst>
            <pc:docMk/>
            <pc:sldMk cId="2426997669" sldId="277"/>
            <ac:spMk id="4" creationId="{00000000-0000-0000-0000-000000000000}"/>
          </ac:spMkLst>
        </pc:spChg>
        <pc:picChg chg="del">
          <ac:chgData name="Julie D" userId="1d4978729c7fd7e3" providerId="LiveId" clId="{8C2B757E-FEC7-4E19-9227-10CC89948952}" dt="2024-01-09T17:17:00.323" v="3" actId="478"/>
          <ac:picMkLst>
            <pc:docMk/>
            <pc:sldMk cId="2426997669" sldId="277"/>
            <ac:picMk id="5" creationId="{00000000-0000-0000-0000-000000000000}"/>
          </ac:picMkLst>
        </pc:picChg>
      </pc:sldChg>
    </pc:docChg>
  </pc:docChgLst>
  <pc:docChgLst>
    <pc:chgData name="Antony Marsh" userId="31929d63c4c27c29" providerId="LiveId" clId="{3691FE4D-78C5-45DB-98A0-20DCA001996A}"/>
    <pc:docChg chg="custSel addSld delSld modSld sldOrd modSection">
      <pc:chgData name="Antony Marsh" userId="31929d63c4c27c29" providerId="LiveId" clId="{3691FE4D-78C5-45DB-98A0-20DCA001996A}" dt="2023-03-07T15:08:01.223" v="123" actId="47"/>
      <pc:docMkLst>
        <pc:docMk/>
      </pc:docMkLst>
      <pc:sldChg chg="modSp mod">
        <pc:chgData name="Antony Marsh" userId="31929d63c4c27c29" providerId="LiveId" clId="{3691FE4D-78C5-45DB-98A0-20DCA001996A}" dt="2023-03-07T14:50:09.257" v="11" actId="20577"/>
        <pc:sldMkLst>
          <pc:docMk/>
          <pc:sldMk cId="1106390280" sldId="256"/>
        </pc:sldMkLst>
        <pc:spChg chg="mod">
          <ac:chgData name="Antony Marsh" userId="31929d63c4c27c29" providerId="LiveId" clId="{3691FE4D-78C5-45DB-98A0-20DCA001996A}" dt="2023-03-07T14:50:00.592" v="9" actId="20577"/>
          <ac:spMkLst>
            <pc:docMk/>
            <pc:sldMk cId="1106390280" sldId="256"/>
            <ac:spMk id="11" creationId="{00000000-0000-0000-0000-000000000000}"/>
          </ac:spMkLst>
        </pc:spChg>
        <pc:spChg chg="mod">
          <ac:chgData name="Antony Marsh" userId="31929d63c4c27c29" providerId="LiveId" clId="{3691FE4D-78C5-45DB-98A0-20DCA001996A}" dt="2023-03-07T14:50:09.257" v="11" actId="20577"/>
          <ac:spMkLst>
            <pc:docMk/>
            <pc:sldMk cId="1106390280" sldId="256"/>
            <ac:spMk id="12" creationId="{00000000-0000-0000-0000-000000000000}"/>
          </ac:spMkLst>
        </pc:spChg>
      </pc:sldChg>
      <pc:sldChg chg="modSp mod">
        <pc:chgData name="Antony Marsh" userId="31929d63c4c27c29" providerId="LiveId" clId="{3691FE4D-78C5-45DB-98A0-20DCA001996A}" dt="2023-03-07T14:51:36.435" v="86" actId="2710"/>
        <pc:sldMkLst>
          <pc:docMk/>
          <pc:sldMk cId="4217456243" sldId="262"/>
        </pc:sldMkLst>
        <pc:spChg chg="mod">
          <ac:chgData name="Antony Marsh" userId="31929d63c4c27c29" providerId="LiveId" clId="{3691FE4D-78C5-45DB-98A0-20DCA001996A}" dt="2023-03-07T14:51:36.435" v="86" actId="2710"/>
          <ac:spMkLst>
            <pc:docMk/>
            <pc:sldMk cId="4217456243" sldId="262"/>
            <ac:spMk id="3" creationId="{00000000-0000-0000-0000-000000000000}"/>
          </ac:spMkLst>
        </pc:spChg>
      </pc:sldChg>
      <pc:sldChg chg="modSp mod">
        <pc:chgData name="Antony Marsh" userId="31929d63c4c27c29" providerId="LiveId" clId="{3691FE4D-78C5-45DB-98A0-20DCA001996A}" dt="2023-03-07T14:52:25.193" v="98" actId="20577"/>
        <pc:sldMkLst>
          <pc:docMk/>
          <pc:sldMk cId="916084557" sldId="276"/>
        </pc:sldMkLst>
        <pc:spChg chg="mod">
          <ac:chgData name="Antony Marsh" userId="31929d63c4c27c29" providerId="LiveId" clId="{3691FE4D-78C5-45DB-98A0-20DCA001996A}" dt="2023-03-07T14:52:25.193" v="98" actId="20577"/>
          <ac:spMkLst>
            <pc:docMk/>
            <pc:sldMk cId="916084557" sldId="276"/>
            <ac:spMk id="2" creationId="{00000000-0000-0000-0000-000000000000}"/>
          </ac:spMkLst>
        </pc:spChg>
      </pc:sldChg>
      <pc:sldChg chg="del">
        <pc:chgData name="Antony Marsh" userId="31929d63c4c27c29" providerId="LiveId" clId="{3691FE4D-78C5-45DB-98A0-20DCA001996A}" dt="2023-03-07T15:06:11.008" v="100" actId="47"/>
        <pc:sldMkLst>
          <pc:docMk/>
          <pc:sldMk cId="4096264009" sldId="280"/>
        </pc:sldMkLst>
      </pc:sldChg>
      <pc:sldChg chg="del">
        <pc:chgData name="Antony Marsh" userId="31929d63c4c27c29" providerId="LiveId" clId="{3691FE4D-78C5-45DB-98A0-20DCA001996A}" dt="2023-03-07T14:52:13.842" v="94" actId="47"/>
        <pc:sldMkLst>
          <pc:docMk/>
          <pc:sldMk cId="3101267350" sldId="292"/>
        </pc:sldMkLst>
      </pc:sldChg>
      <pc:sldChg chg="add del">
        <pc:chgData name="Antony Marsh" userId="31929d63c4c27c29" providerId="LiveId" clId="{3691FE4D-78C5-45DB-98A0-20DCA001996A}" dt="2023-03-07T15:07:20.687" v="111" actId="47"/>
        <pc:sldMkLst>
          <pc:docMk/>
          <pc:sldMk cId="2464560616" sldId="293"/>
        </pc:sldMkLst>
      </pc:sldChg>
      <pc:sldChg chg="add del">
        <pc:chgData name="Antony Marsh" userId="31929d63c4c27c29" providerId="LiveId" clId="{3691FE4D-78C5-45DB-98A0-20DCA001996A}" dt="2023-03-07T15:06:47.392" v="105" actId="47"/>
        <pc:sldMkLst>
          <pc:docMk/>
          <pc:sldMk cId="1073709339" sldId="294"/>
        </pc:sldMkLst>
      </pc:sldChg>
      <pc:sldChg chg="del">
        <pc:chgData name="Antony Marsh" userId="31929d63c4c27c29" providerId="LiveId" clId="{3691FE4D-78C5-45DB-98A0-20DCA001996A}" dt="2023-03-07T15:07:12.568" v="110" actId="47"/>
        <pc:sldMkLst>
          <pc:docMk/>
          <pc:sldMk cId="2961537119" sldId="296"/>
        </pc:sldMkLst>
      </pc:sldChg>
      <pc:sldChg chg="del">
        <pc:chgData name="Antony Marsh" userId="31929d63c4c27c29" providerId="LiveId" clId="{3691FE4D-78C5-45DB-98A0-20DCA001996A}" dt="2023-03-07T15:07:40.749" v="113" actId="47"/>
        <pc:sldMkLst>
          <pc:docMk/>
          <pc:sldMk cId="1817113295" sldId="298"/>
        </pc:sldMkLst>
      </pc:sldChg>
      <pc:sldChg chg="del">
        <pc:chgData name="Antony Marsh" userId="31929d63c4c27c29" providerId="LiveId" clId="{3691FE4D-78C5-45DB-98A0-20DCA001996A}" dt="2023-03-07T15:07:50.206" v="115" actId="47"/>
        <pc:sldMkLst>
          <pc:docMk/>
          <pc:sldMk cId="3586584501" sldId="299"/>
        </pc:sldMkLst>
      </pc:sldChg>
      <pc:sldChg chg="del">
        <pc:chgData name="Antony Marsh" userId="31929d63c4c27c29" providerId="LiveId" clId="{3691FE4D-78C5-45DB-98A0-20DCA001996A}" dt="2023-03-07T15:07:57.615" v="116" actId="47"/>
        <pc:sldMkLst>
          <pc:docMk/>
          <pc:sldMk cId="1853974359" sldId="301"/>
        </pc:sldMkLst>
      </pc:sldChg>
      <pc:sldChg chg="del">
        <pc:chgData name="Antony Marsh" userId="31929d63c4c27c29" providerId="LiveId" clId="{3691FE4D-78C5-45DB-98A0-20DCA001996A}" dt="2023-03-07T15:07:58.528" v="117" actId="47"/>
        <pc:sldMkLst>
          <pc:docMk/>
          <pc:sldMk cId="2180052085" sldId="302"/>
        </pc:sldMkLst>
      </pc:sldChg>
      <pc:sldChg chg="del">
        <pc:chgData name="Antony Marsh" userId="31929d63c4c27c29" providerId="LiveId" clId="{3691FE4D-78C5-45DB-98A0-20DCA001996A}" dt="2023-03-07T15:07:58.871" v="118" actId="47"/>
        <pc:sldMkLst>
          <pc:docMk/>
          <pc:sldMk cId="1404292945" sldId="303"/>
        </pc:sldMkLst>
      </pc:sldChg>
      <pc:sldChg chg="del">
        <pc:chgData name="Antony Marsh" userId="31929d63c4c27c29" providerId="LiveId" clId="{3691FE4D-78C5-45DB-98A0-20DCA001996A}" dt="2023-03-07T15:07:59.303" v="119" actId="47"/>
        <pc:sldMkLst>
          <pc:docMk/>
          <pc:sldMk cId="480502445" sldId="304"/>
        </pc:sldMkLst>
      </pc:sldChg>
      <pc:sldChg chg="del">
        <pc:chgData name="Antony Marsh" userId="31929d63c4c27c29" providerId="LiveId" clId="{3691FE4D-78C5-45DB-98A0-20DCA001996A}" dt="2023-03-07T15:07:59.637" v="120" actId="47"/>
        <pc:sldMkLst>
          <pc:docMk/>
          <pc:sldMk cId="4263490063" sldId="305"/>
        </pc:sldMkLst>
      </pc:sldChg>
      <pc:sldChg chg="del">
        <pc:chgData name="Antony Marsh" userId="31929d63c4c27c29" providerId="LiveId" clId="{3691FE4D-78C5-45DB-98A0-20DCA001996A}" dt="2023-03-07T15:08:00.119" v="121" actId="47"/>
        <pc:sldMkLst>
          <pc:docMk/>
          <pc:sldMk cId="1749849082" sldId="306"/>
        </pc:sldMkLst>
      </pc:sldChg>
      <pc:sldChg chg="del">
        <pc:chgData name="Antony Marsh" userId="31929d63c4c27c29" providerId="LiveId" clId="{3691FE4D-78C5-45DB-98A0-20DCA001996A}" dt="2023-03-07T15:08:00.622" v="122" actId="47"/>
        <pc:sldMkLst>
          <pc:docMk/>
          <pc:sldMk cId="320404721" sldId="1146"/>
        </pc:sldMkLst>
      </pc:sldChg>
      <pc:sldChg chg="del">
        <pc:chgData name="Antony Marsh" userId="31929d63c4c27c29" providerId="LiveId" clId="{3691FE4D-78C5-45DB-98A0-20DCA001996A}" dt="2023-03-07T15:08:01.223" v="123" actId="47"/>
        <pc:sldMkLst>
          <pc:docMk/>
          <pc:sldMk cId="3673211193" sldId="1147"/>
        </pc:sldMkLst>
      </pc:sldChg>
      <pc:sldChg chg="add ord">
        <pc:chgData name="Antony Marsh" userId="31929d63c4c27c29" providerId="LiveId" clId="{3691FE4D-78C5-45DB-98A0-20DCA001996A}" dt="2023-03-07T14:52:11.805" v="93"/>
        <pc:sldMkLst>
          <pc:docMk/>
          <pc:sldMk cId="953922908" sldId="1148"/>
        </pc:sldMkLst>
      </pc:sldChg>
      <pc:sldChg chg="add">
        <pc:chgData name="Antony Marsh" userId="31929d63c4c27c29" providerId="LiveId" clId="{3691FE4D-78C5-45DB-98A0-20DCA001996A}" dt="2023-03-07T15:06:09.283" v="99"/>
        <pc:sldMkLst>
          <pc:docMk/>
          <pc:sldMk cId="3061735533" sldId="1149"/>
        </pc:sldMkLst>
      </pc:sldChg>
      <pc:sldChg chg="add">
        <pc:chgData name="Antony Marsh" userId="31929d63c4c27c29" providerId="LiveId" clId="{3691FE4D-78C5-45DB-98A0-20DCA001996A}" dt="2023-03-07T15:06:20.164" v="101"/>
        <pc:sldMkLst>
          <pc:docMk/>
          <pc:sldMk cId="3287699160" sldId="1150"/>
        </pc:sldMkLst>
      </pc:sldChg>
      <pc:sldChg chg="add">
        <pc:chgData name="Antony Marsh" userId="31929d63c4c27c29" providerId="LiveId" clId="{3691FE4D-78C5-45DB-98A0-20DCA001996A}" dt="2023-03-07T15:06:55.429" v="107"/>
        <pc:sldMkLst>
          <pc:docMk/>
          <pc:sldMk cId="48920659" sldId="1151"/>
        </pc:sldMkLst>
      </pc:sldChg>
      <pc:sldChg chg="add del">
        <pc:chgData name="Antony Marsh" userId="31929d63c4c27c29" providerId="LiveId" clId="{3691FE4D-78C5-45DB-98A0-20DCA001996A}" dt="2023-03-07T15:06:49.367" v="106" actId="47"/>
        <pc:sldMkLst>
          <pc:docMk/>
          <pc:sldMk cId="1725255829" sldId="1151"/>
        </pc:sldMkLst>
      </pc:sldChg>
      <pc:sldChg chg="add">
        <pc:chgData name="Antony Marsh" userId="31929d63c4c27c29" providerId="LiveId" clId="{3691FE4D-78C5-45DB-98A0-20DCA001996A}" dt="2023-03-07T15:07:05.867" v="109"/>
        <pc:sldMkLst>
          <pc:docMk/>
          <pc:sldMk cId="821370993" sldId="1152"/>
        </pc:sldMkLst>
      </pc:sldChg>
      <pc:sldChg chg="add">
        <pc:chgData name="Antony Marsh" userId="31929d63c4c27c29" providerId="LiveId" clId="{3691FE4D-78C5-45DB-98A0-20DCA001996A}" dt="2023-03-07T15:07:38.939" v="112"/>
        <pc:sldMkLst>
          <pc:docMk/>
          <pc:sldMk cId="1915402675" sldId="1153"/>
        </pc:sldMkLst>
      </pc:sldChg>
      <pc:sldChg chg="add">
        <pc:chgData name="Antony Marsh" userId="31929d63c4c27c29" providerId="LiveId" clId="{3691FE4D-78C5-45DB-98A0-20DCA001996A}" dt="2023-03-07T15:07:48.332" v="114"/>
        <pc:sldMkLst>
          <pc:docMk/>
          <pc:sldMk cId="2040713269" sldId="1154"/>
        </pc:sldMkLst>
      </pc:sldChg>
      <pc:sldMasterChg chg="delSldLayout">
        <pc:chgData name="Antony Marsh" userId="31929d63c4c27c29" providerId="LiveId" clId="{3691FE4D-78C5-45DB-98A0-20DCA001996A}" dt="2023-03-07T15:07:20.687" v="111" actId="47"/>
        <pc:sldMasterMkLst>
          <pc:docMk/>
          <pc:sldMasterMk cId="2329942973" sldId="2147483667"/>
        </pc:sldMasterMkLst>
        <pc:sldLayoutChg chg="del">
          <pc:chgData name="Antony Marsh" userId="31929d63c4c27c29" providerId="LiveId" clId="{3691FE4D-78C5-45DB-98A0-20DCA001996A}" dt="2023-03-07T15:07:20.687" v="111" actId="47"/>
          <pc:sldLayoutMkLst>
            <pc:docMk/>
            <pc:sldMasterMk cId="2329942973" sldId="2147483667"/>
            <pc:sldLayoutMk cId="434403280" sldId="2147483712"/>
          </pc:sldLayoutMkLst>
        </pc:sldLayoutChg>
      </pc:sldMasterChg>
      <pc:sldMasterChg chg="delSldLayout">
        <pc:chgData name="Antony Marsh" userId="31929d63c4c27c29" providerId="LiveId" clId="{3691FE4D-78C5-45DB-98A0-20DCA001996A}" dt="2023-03-07T15:08:00.622" v="122" actId="47"/>
        <pc:sldMasterMkLst>
          <pc:docMk/>
          <pc:sldMasterMk cId="1593035210" sldId="2147483672"/>
        </pc:sldMasterMkLst>
        <pc:sldLayoutChg chg="del">
          <pc:chgData name="Antony Marsh" userId="31929d63c4c27c29" providerId="LiveId" clId="{3691FE4D-78C5-45DB-98A0-20DCA001996A}" dt="2023-03-07T15:08:00.622" v="122" actId="47"/>
          <pc:sldLayoutMkLst>
            <pc:docMk/>
            <pc:sldMasterMk cId="1593035210" sldId="2147483672"/>
            <pc:sldLayoutMk cId="1530527647" sldId="2147483714"/>
          </pc:sldLayoutMkLst>
        </pc:sldLayoutChg>
      </pc:sldMasterChg>
    </pc:docChg>
  </pc:docChgLst>
  <pc:docChgLst>
    <pc:chgData name="Antony Marsh" userId="31929d63c4c27c29" providerId="LiveId" clId="{0F8A33D9-0307-4AA0-98E8-7AB60FB4A97C}"/>
    <pc:docChg chg="undo redo custSel addSld delSld modSld modSection">
      <pc:chgData name="Antony Marsh" userId="31929d63c4c27c29" providerId="LiveId" clId="{0F8A33D9-0307-4AA0-98E8-7AB60FB4A97C}" dt="2023-08-21T13:31:23.200" v="456" actId="27636"/>
      <pc:docMkLst>
        <pc:docMk/>
      </pc:docMkLst>
      <pc:sldChg chg="modSp mod modNotesTx">
        <pc:chgData name="Antony Marsh" userId="31929d63c4c27c29" providerId="LiveId" clId="{0F8A33D9-0307-4AA0-98E8-7AB60FB4A97C}" dt="2023-08-21T13:24:07.944" v="133" actId="20577"/>
        <pc:sldMkLst>
          <pc:docMk/>
          <pc:sldMk cId="1946139120" sldId="1144"/>
        </pc:sldMkLst>
        <pc:spChg chg="mod">
          <ac:chgData name="Antony Marsh" userId="31929d63c4c27c29" providerId="LiveId" clId="{0F8A33D9-0307-4AA0-98E8-7AB60FB4A97C}" dt="2023-08-21T13:20:49.934" v="56"/>
          <ac:spMkLst>
            <pc:docMk/>
            <pc:sldMk cId="1946139120" sldId="1144"/>
            <ac:spMk id="5" creationId="{1162957C-30B8-8755-446F-DA841A184C01}"/>
          </ac:spMkLst>
        </pc:spChg>
      </pc:sldChg>
      <pc:sldChg chg="modSp mod modNotesTx">
        <pc:chgData name="Antony Marsh" userId="31929d63c4c27c29" providerId="LiveId" clId="{0F8A33D9-0307-4AA0-98E8-7AB60FB4A97C}" dt="2023-08-21T13:23:57.537" v="132" actId="6549"/>
        <pc:sldMkLst>
          <pc:docMk/>
          <pc:sldMk cId="3859663881" sldId="1197"/>
        </pc:sldMkLst>
        <pc:spChg chg="mod">
          <ac:chgData name="Antony Marsh" userId="31929d63c4c27c29" providerId="LiveId" clId="{0F8A33D9-0307-4AA0-98E8-7AB60FB4A97C}" dt="2023-08-21T13:20:49.960" v="61"/>
          <ac:spMkLst>
            <pc:docMk/>
            <pc:sldMk cId="3859663881" sldId="1197"/>
            <ac:spMk id="5" creationId="{74F2EBFB-FFA7-7B81-6DDD-D2A1D6093885}"/>
          </ac:spMkLst>
        </pc:spChg>
      </pc:sldChg>
      <pc:sldChg chg="modSp mod">
        <pc:chgData name="Antony Marsh" userId="31929d63c4c27c29" providerId="LiveId" clId="{0F8A33D9-0307-4AA0-98E8-7AB60FB4A97C}" dt="2023-08-21T13:27:36.985" v="205" actId="6549"/>
        <pc:sldMkLst>
          <pc:docMk/>
          <pc:sldMk cId="3986802080" sldId="1198"/>
        </pc:sldMkLst>
        <pc:spChg chg="mod">
          <ac:chgData name="Antony Marsh" userId="31929d63c4c27c29" providerId="LiveId" clId="{0F8A33D9-0307-4AA0-98E8-7AB60FB4A97C}" dt="2023-08-21T13:20:49.958" v="60" actId="20577"/>
          <ac:spMkLst>
            <pc:docMk/>
            <pc:sldMk cId="3986802080" sldId="1198"/>
            <ac:spMk id="2" creationId="{66AF7027-35D7-4557-81EF-556190C8C6B0}"/>
          </ac:spMkLst>
        </pc:spChg>
        <pc:spChg chg="mod">
          <ac:chgData name="Antony Marsh" userId="31929d63c4c27c29" providerId="LiveId" clId="{0F8A33D9-0307-4AA0-98E8-7AB60FB4A97C}" dt="2023-08-21T13:27:36.985" v="205" actId="6549"/>
          <ac:spMkLst>
            <pc:docMk/>
            <pc:sldMk cId="3986802080" sldId="1198"/>
            <ac:spMk id="3" creationId="{9CE836E1-0F06-4474-BD7E-57CFE13FB910}"/>
          </ac:spMkLst>
        </pc:spChg>
      </pc:sldChg>
      <pc:sldChg chg="modSp mod">
        <pc:chgData name="Antony Marsh" userId="31929d63c4c27c29" providerId="LiveId" clId="{0F8A33D9-0307-4AA0-98E8-7AB60FB4A97C}" dt="2023-08-21T13:28:27.141" v="214"/>
        <pc:sldMkLst>
          <pc:docMk/>
          <pc:sldMk cId="3876588352" sldId="1199"/>
        </pc:sldMkLst>
        <pc:spChg chg="mod">
          <ac:chgData name="Antony Marsh" userId="31929d63c4c27c29" providerId="LiveId" clId="{0F8A33D9-0307-4AA0-98E8-7AB60FB4A97C}" dt="2023-08-21T13:28:27.141" v="214"/>
          <ac:spMkLst>
            <pc:docMk/>
            <pc:sldMk cId="3876588352" sldId="1199"/>
            <ac:spMk id="3" creationId="{350A1427-7C3A-48DB-884D-AB8B33EAB965}"/>
          </ac:spMkLst>
        </pc:spChg>
      </pc:sldChg>
      <pc:sldChg chg="addSp delSp modSp add del mod modNotesTx">
        <pc:chgData name="Antony Marsh" userId="31929d63c4c27c29" providerId="LiveId" clId="{0F8A33D9-0307-4AA0-98E8-7AB60FB4A97C}" dt="2023-08-21T13:22:09.729" v="124" actId="20577"/>
        <pc:sldMkLst>
          <pc:docMk/>
          <pc:sldMk cId="122762493" sldId="1200"/>
        </pc:sldMkLst>
        <pc:spChg chg="add del mod">
          <ac:chgData name="Antony Marsh" userId="31929d63c4c27c29" providerId="LiveId" clId="{0F8A33D9-0307-4AA0-98E8-7AB60FB4A97C}" dt="2023-08-21T13:19:08.945" v="30"/>
          <ac:spMkLst>
            <pc:docMk/>
            <pc:sldMk cId="122762493" sldId="1200"/>
            <ac:spMk id="4" creationId="{602FBFDB-EDCD-A9B6-EE7C-B9939277CB0A}"/>
          </ac:spMkLst>
        </pc:spChg>
        <pc:spChg chg="add del mod">
          <ac:chgData name="Antony Marsh" userId="31929d63c4c27c29" providerId="LiveId" clId="{0F8A33D9-0307-4AA0-98E8-7AB60FB4A97C}" dt="2023-08-21T13:21:32.131" v="66"/>
          <ac:spMkLst>
            <pc:docMk/>
            <pc:sldMk cId="122762493" sldId="1200"/>
            <ac:spMk id="5" creationId="{60EA7EDF-43D5-A7B2-D18D-FD92DEDEBFFA}"/>
          </ac:spMkLst>
        </pc:spChg>
        <pc:spChg chg="add del mod">
          <ac:chgData name="Antony Marsh" userId="31929d63c4c27c29" providerId="LiveId" clId="{0F8A33D9-0307-4AA0-98E8-7AB60FB4A97C}" dt="2023-08-21T13:20:42.233" v="44" actId="478"/>
          <ac:spMkLst>
            <pc:docMk/>
            <pc:sldMk cId="122762493" sldId="1200"/>
            <ac:spMk id="8" creationId="{64004AFB-29F2-1EEB-CA2E-5E003AB43033}"/>
          </ac:spMkLst>
        </pc:spChg>
        <pc:graphicFrameChg chg="add del mod">
          <ac:chgData name="Antony Marsh" userId="31929d63c4c27c29" providerId="LiveId" clId="{0F8A33D9-0307-4AA0-98E8-7AB60FB4A97C}" dt="2023-08-21T13:19:08.945" v="30"/>
          <ac:graphicFrameMkLst>
            <pc:docMk/>
            <pc:sldMk cId="122762493" sldId="1200"/>
            <ac:graphicFrameMk id="3" creationId="{FEECB692-8727-A257-E1CC-C2DCD1C63949}"/>
          </ac:graphicFrameMkLst>
        </pc:graphicFrameChg>
        <pc:graphicFrameChg chg="add del mod modGraphic">
          <ac:chgData name="Antony Marsh" userId="31929d63c4c27c29" providerId="LiveId" clId="{0F8A33D9-0307-4AA0-98E8-7AB60FB4A97C}" dt="2023-08-21T13:20:49.933" v="55"/>
          <ac:graphicFrameMkLst>
            <pc:docMk/>
            <pc:sldMk cId="122762493" sldId="1200"/>
            <ac:graphicFrameMk id="6" creationId="{239BF74C-22DE-3CB6-EDCB-C40D48BAB4C6}"/>
          </ac:graphicFrameMkLst>
        </pc:graphicFrameChg>
      </pc:sldChg>
      <pc:sldChg chg="modSp mod">
        <pc:chgData name="Antony Marsh" userId="31929d63c4c27c29" providerId="LiveId" clId="{0F8A33D9-0307-4AA0-98E8-7AB60FB4A97C}" dt="2023-08-21T13:29:02.875" v="288" actId="20577"/>
        <pc:sldMkLst>
          <pc:docMk/>
          <pc:sldMk cId="422807517" sldId="1201"/>
        </pc:sldMkLst>
        <pc:spChg chg="mod">
          <ac:chgData name="Antony Marsh" userId="31929d63c4c27c29" providerId="LiveId" clId="{0F8A33D9-0307-4AA0-98E8-7AB60FB4A97C}" dt="2023-08-21T13:29:02.875" v="288" actId="20577"/>
          <ac:spMkLst>
            <pc:docMk/>
            <pc:sldMk cId="422807517" sldId="1201"/>
            <ac:spMk id="3" creationId="{66A6CAE1-C27C-41B2-8F8B-C0648A74CC48}"/>
          </ac:spMkLst>
        </pc:spChg>
      </pc:sldChg>
      <pc:sldChg chg="modSp mod modNotesTx">
        <pc:chgData name="Antony Marsh" userId="31929d63c4c27c29" providerId="LiveId" clId="{0F8A33D9-0307-4AA0-98E8-7AB60FB4A97C}" dt="2023-08-21T13:22:56.136" v="128" actId="5793"/>
        <pc:sldMkLst>
          <pc:docMk/>
          <pc:sldMk cId="274456122" sldId="1202"/>
        </pc:sldMkLst>
        <pc:spChg chg="mod">
          <ac:chgData name="Antony Marsh" userId="31929d63c4c27c29" providerId="LiveId" clId="{0F8A33D9-0307-4AA0-98E8-7AB60FB4A97C}" dt="2023-08-21T13:22:44.547" v="126" actId="27636"/>
          <ac:spMkLst>
            <pc:docMk/>
            <pc:sldMk cId="274456122" sldId="1202"/>
            <ac:spMk id="5" creationId="{89D85CFF-B0A6-A01F-A170-1822118ABA3D}"/>
          </ac:spMkLst>
        </pc:spChg>
      </pc:sldChg>
      <pc:sldChg chg="modSp mod">
        <pc:chgData name="Antony Marsh" userId="31929d63c4c27c29" providerId="LiveId" clId="{0F8A33D9-0307-4AA0-98E8-7AB60FB4A97C}" dt="2023-08-21T13:29:40.725" v="311" actId="20577"/>
        <pc:sldMkLst>
          <pc:docMk/>
          <pc:sldMk cId="3863693176" sldId="1203"/>
        </pc:sldMkLst>
        <pc:spChg chg="mod">
          <ac:chgData name="Antony Marsh" userId="31929d63c4c27c29" providerId="LiveId" clId="{0F8A33D9-0307-4AA0-98E8-7AB60FB4A97C}" dt="2023-08-21T13:29:40.725" v="311" actId="20577"/>
          <ac:spMkLst>
            <pc:docMk/>
            <pc:sldMk cId="3863693176" sldId="1203"/>
            <ac:spMk id="5" creationId="{88B38719-5C28-4E28-A01D-8715D6AEA929}"/>
          </ac:spMkLst>
        </pc:spChg>
      </pc:sldChg>
      <pc:sldChg chg="modSp mod modNotesTx">
        <pc:chgData name="Antony Marsh" userId="31929d63c4c27c29" providerId="LiveId" clId="{0F8A33D9-0307-4AA0-98E8-7AB60FB4A97C}" dt="2023-08-21T13:23:51.655" v="131" actId="5793"/>
        <pc:sldMkLst>
          <pc:docMk/>
          <pc:sldMk cId="2337305090" sldId="1204"/>
        </pc:sldMkLst>
        <pc:spChg chg="mod">
          <ac:chgData name="Antony Marsh" userId="31929d63c4c27c29" providerId="LiveId" clId="{0F8A33D9-0307-4AA0-98E8-7AB60FB4A97C}" dt="2023-08-21T13:23:35.431" v="129"/>
          <ac:spMkLst>
            <pc:docMk/>
            <pc:sldMk cId="2337305090" sldId="1204"/>
            <ac:spMk id="5" creationId="{C31A6A8A-855E-513E-124C-A5A0DBCB2DDE}"/>
          </ac:spMkLst>
        </pc:spChg>
      </pc:sldChg>
      <pc:sldChg chg="modSp mod">
        <pc:chgData name="Antony Marsh" userId="31929d63c4c27c29" providerId="LiveId" clId="{0F8A33D9-0307-4AA0-98E8-7AB60FB4A97C}" dt="2023-08-21T13:30:49.107" v="412" actId="20577"/>
        <pc:sldMkLst>
          <pc:docMk/>
          <pc:sldMk cId="4204350303" sldId="1205"/>
        </pc:sldMkLst>
        <pc:spChg chg="mod">
          <ac:chgData name="Antony Marsh" userId="31929d63c4c27c29" providerId="LiveId" clId="{0F8A33D9-0307-4AA0-98E8-7AB60FB4A97C}" dt="2023-08-21T13:30:49.107" v="412" actId="20577"/>
          <ac:spMkLst>
            <pc:docMk/>
            <pc:sldMk cId="4204350303" sldId="1205"/>
            <ac:spMk id="5" creationId="{88B38719-5C28-4E28-A01D-8715D6AEA929}"/>
          </ac:spMkLst>
        </pc:spChg>
      </pc:sldChg>
      <pc:sldChg chg="modSp mod modNotesTx">
        <pc:chgData name="Antony Marsh" userId="31929d63c4c27c29" providerId="LiveId" clId="{0F8A33D9-0307-4AA0-98E8-7AB60FB4A97C}" dt="2023-08-21T13:25:32.846" v="136" actId="5793"/>
        <pc:sldMkLst>
          <pc:docMk/>
          <pc:sldMk cId="555595614" sldId="1206"/>
        </pc:sldMkLst>
        <pc:spChg chg="mod">
          <ac:chgData name="Antony Marsh" userId="31929d63c4c27c29" providerId="LiveId" clId="{0F8A33D9-0307-4AA0-98E8-7AB60FB4A97C}" dt="2023-08-21T13:25:28.062" v="134"/>
          <ac:spMkLst>
            <pc:docMk/>
            <pc:sldMk cId="555595614" sldId="1206"/>
            <ac:spMk id="5" creationId="{C31A6A8A-855E-513E-124C-A5A0DBCB2DDE}"/>
          </ac:spMkLst>
        </pc:spChg>
      </pc:sldChg>
      <pc:sldChg chg="modSp mod">
        <pc:chgData name="Antony Marsh" userId="31929d63c4c27c29" providerId="LiveId" clId="{0F8A33D9-0307-4AA0-98E8-7AB60FB4A97C}" dt="2023-08-21T13:31:23.200" v="456" actId="27636"/>
        <pc:sldMkLst>
          <pc:docMk/>
          <pc:sldMk cId="2033332767" sldId="1207"/>
        </pc:sldMkLst>
        <pc:spChg chg="mod">
          <ac:chgData name="Antony Marsh" userId="31929d63c4c27c29" providerId="LiveId" clId="{0F8A33D9-0307-4AA0-98E8-7AB60FB4A97C}" dt="2023-08-21T13:31:23.200" v="456" actId="27636"/>
          <ac:spMkLst>
            <pc:docMk/>
            <pc:sldMk cId="2033332767" sldId="1207"/>
            <ac:spMk id="5" creationId="{88B38719-5C28-4E28-A01D-8715D6AEA929}"/>
          </ac:spMkLst>
        </pc:spChg>
      </pc:sldChg>
      <pc:sldChg chg="modSp mod modNotesTx">
        <pc:chgData name="Antony Marsh" userId="31929d63c4c27c29" providerId="LiveId" clId="{0F8A33D9-0307-4AA0-98E8-7AB60FB4A97C}" dt="2023-08-21T13:26:21.924" v="139"/>
        <pc:sldMkLst>
          <pc:docMk/>
          <pc:sldMk cId="2885046747" sldId="1208"/>
        </pc:sldMkLst>
        <pc:spChg chg="mod">
          <ac:chgData name="Antony Marsh" userId="31929d63c4c27c29" providerId="LiveId" clId="{0F8A33D9-0307-4AA0-98E8-7AB60FB4A97C}" dt="2023-08-21T13:26:21.924" v="139"/>
          <ac:spMkLst>
            <pc:docMk/>
            <pc:sldMk cId="2885046747" sldId="1208"/>
            <ac:spMk id="5" creationId="{C31A6A8A-855E-513E-124C-A5A0DBCB2DDE}"/>
          </ac:spMkLst>
        </pc:spChg>
      </pc:sldChg>
    </pc:docChg>
  </pc:docChgLst>
  <pc:docChgLst>
    <pc:chgData name="Antony Marsh" userId="31929d63c4c27c29" providerId="LiveId" clId="{93132A58-6632-4807-ABC6-D26ECF5A7492}"/>
    <pc:docChg chg="addSld delSld modSld modSection">
      <pc:chgData name="Antony Marsh" userId="31929d63c4c27c29" providerId="LiveId" clId="{93132A58-6632-4807-ABC6-D26ECF5A7492}" dt="2023-07-07T16:46:33.338" v="11" actId="47"/>
      <pc:docMkLst>
        <pc:docMk/>
      </pc:docMkLst>
      <pc:sldChg chg="del">
        <pc:chgData name="Antony Marsh" userId="31929d63c4c27c29" providerId="LiveId" clId="{93132A58-6632-4807-ABC6-D26ECF5A7492}" dt="2023-06-26T09:09:01.699" v="1" actId="47"/>
        <pc:sldMkLst>
          <pc:docMk/>
          <pc:sldMk cId="4217456243" sldId="262"/>
        </pc:sldMkLst>
      </pc:sldChg>
      <pc:sldChg chg="add">
        <pc:chgData name="Antony Marsh" userId="31929d63c4c27c29" providerId="LiveId" clId="{93132A58-6632-4807-ABC6-D26ECF5A7492}" dt="2023-06-26T09:10:08.886" v="4"/>
        <pc:sldMkLst>
          <pc:docMk/>
          <pc:sldMk cId="4096264009" sldId="280"/>
        </pc:sldMkLst>
      </pc:sldChg>
      <pc:sldChg chg="del">
        <pc:chgData name="Antony Marsh" userId="31929d63c4c27c29" providerId="LiveId" clId="{93132A58-6632-4807-ABC6-D26ECF5A7492}" dt="2023-06-26T09:10:16.841" v="5" actId="47"/>
        <pc:sldMkLst>
          <pc:docMk/>
          <pc:sldMk cId="1011674949" sldId="283"/>
        </pc:sldMkLst>
      </pc:sldChg>
      <pc:sldChg chg="add del">
        <pc:chgData name="Antony Marsh" userId="31929d63c4c27c29" providerId="LiveId" clId="{93132A58-6632-4807-ABC6-D26ECF5A7492}" dt="2023-07-07T16:46:21.866" v="9" actId="47"/>
        <pc:sldMkLst>
          <pc:docMk/>
          <pc:sldMk cId="2464560616" sldId="293"/>
        </pc:sldMkLst>
      </pc:sldChg>
      <pc:sldChg chg="add">
        <pc:chgData name="Antony Marsh" userId="31929d63c4c27c29" providerId="LiveId" clId="{93132A58-6632-4807-ABC6-D26ECF5A7492}" dt="2023-06-26T09:10:08.886" v="4"/>
        <pc:sldMkLst>
          <pc:docMk/>
          <pc:sldMk cId="1073709339" sldId="294"/>
        </pc:sldMkLst>
      </pc:sldChg>
      <pc:sldChg chg="add">
        <pc:chgData name="Antony Marsh" userId="31929d63c4c27c29" providerId="LiveId" clId="{93132A58-6632-4807-ABC6-D26ECF5A7492}" dt="2023-06-26T09:10:08.886" v="4"/>
        <pc:sldMkLst>
          <pc:docMk/>
          <pc:sldMk cId="2961537119" sldId="296"/>
        </pc:sldMkLst>
      </pc:sldChg>
      <pc:sldChg chg="del">
        <pc:chgData name="Antony Marsh" userId="31929d63c4c27c29" providerId="LiveId" clId="{93132A58-6632-4807-ABC6-D26ECF5A7492}" dt="2023-06-26T09:10:16.841" v="5" actId="47"/>
        <pc:sldMkLst>
          <pc:docMk/>
          <pc:sldMk cId="2942689425" sldId="297"/>
        </pc:sldMkLst>
      </pc:sldChg>
      <pc:sldChg chg="add">
        <pc:chgData name="Antony Marsh" userId="31929d63c4c27c29" providerId="LiveId" clId="{93132A58-6632-4807-ABC6-D26ECF5A7492}" dt="2023-06-26T09:10:08.886" v="4"/>
        <pc:sldMkLst>
          <pc:docMk/>
          <pc:sldMk cId="1817113295" sldId="298"/>
        </pc:sldMkLst>
      </pc:sldChg>
      <pc:sldChg chg="add">
        <pc:chgData name="Antony Marsh" userId="31929d63c4c27c29" providerId="LiveId" clId="{93132A58-6632-4807-ABC6-D26ECF5A7492}" dt="2023-06-26T09:10:08.886" v="4"/>
        <pc:sldMkLst>
          <pc:docMk/>
          <pc:sldMk cId="3586584501" sldId="299"/>
        </pc:sldMkLst>
      </pc:sldChg>
      <pc:sldChg chg="add del">
        <pc:chgData name="Antony Marsh" userId="31929d63c4c27c29" providerId="LiveId" clId="{93132A58-6632-4807-ABC6-D26ECF5A7492}" dt="2023-07-07T16:46:32.156" v="10"/>
        <pc:sldMkLst>
          <pc:docMk/>
          <pc:sldMk cId="1946139120" sldId="1144"/>
        </pc:sldMkLst>
      </pc:sldChg>
      <pc:sldChg chg="del">
        <pc:chgData name="Antony Marsh" userId="31929d63c4c27c29" providerId="LiveId" clId="{93132A58-6632-4807-ABC6-D26ECF5A7492}" dt="2023-06-26T09:10:16.841" v="5" actId="47"/>
        <pc:sldMkLst>
          <pc:docMk/>
          <pc:sldMk cId="1372873028" sldId="1145"/>
        </pc:sldMkLst>
      </pc:sldChg>
      <pc:sldChg chg="del">
        <pc:chgData name="Antony Marsh" userId="31929d63c4c27c29" providerId="LiveId" clId="{93132A58-6632-4807-ABC6-D26ECF5A7492}" dt="2023-06-26T09:10:36.734" v="7" actId="47"/>
        <pc:sldMkLst>
          <pc:docMk/>
          <pc:sldMk cId="953922908" sldId="1148"/>
        </pc:sldMkLst>
      </pc:sldChg>
      <pc:sldChg chg="del">
        <pc:chgData name="Antony Marsh" userId="31929d63c4c27c29" providerId="LiveId" clId="{93132A58-6632-4807-ABC6-D26ECF5A7492}" dt="2023-06-26T09:10:16.841" v="5" actId="47"/>
        <pc:sldMkLst>
          <pc:docMk/>
          <pc:sldMk cId="3061735533" sldId="1149"/>
        </pc:sldMkLst>
      </pc:sldChg>
      <pc:sldChg chg="del">
        <pc:chgData name="Antony Marsh" userId="31929d63c4c27c29" providerId="LiveId" clId="{93132A58-6632-4807-ABC6-D26ECF5A7492}" dt="2023-06-26T09:10:16.841" v="5" actId="47"/>
        <pc:sldMkLst>
          <pc:docMk/>
          <pc:sldMk cId="3287699160" sldId="1150"/>
        </pc:sldMkLst>
      </pc:sldChg>
      <pc:sldChg chg="del">
        <pc:chgData name="Antony Marsh" userId="31929d63c4c27c29" providerId="LiveId" clId="{93132A58-6632-4807-ABC6-D26ECF5A7492}" dt="2023-06-26T09:10:16.841" v="5" actId="47"/>
        <pc:sldMkLst>
          <pc:docMk/>
          <pc:sldMk cId="48920659" sldId="1151"/>
        </pc:sldMkLst>
      </pc:sldChg>
      <pc:sldChg chg="del">
        <pc:chgData name="Antony Marsh" userId="31929d63c4c27c29" providerId="LiveId" clId="{93132A58-6632-4807-ABC6-D26ECF5A7492}" dt="2023-06-26T09:10:16.841" v="5" actId="47"/>
        <pc:sldMkLst>
          <pc:docMk/>
          <pc:sldMk cId="821370993" sldId="1152"/>
        </pc:sldMkLst>
      </pc:sldChg>
      <pc:sldChg chg="del">
        <pc:chgData name="Antony Marsh" userId="31929d63c4c27c29" providerId="LiveId" clId="{93132A58-6632-4807-ABC6-D26ECF5A7492}" dt="2023-06-26T09:10:16.841" v="5" actId="47"/>
        <pc:sldMkLst>
          <pc:docMk/>
          <pc:sldMk cId="1915402675" sldId="1153"/>
        </pc:sldMkLst>
      </pc:sldChg>
      <pc:sldChg chg="del">
        <pc:chgData name="Antony Marsh" userId="31929d63c4c27c29" providerId="LiveId" clId="{93132A58-6632-4807-ABC6-D26ECF5A7492}" dt="2023-06-26T09:10:16.841" v="5" actId="47"/>
        <pc:sldMkLst>
          <pc:docMk/>
          <pc:sldMk cId="2040713269" sldId="1154"/>
        </pc:sldMkLst>
      </pc:sldChg>
      <pc:sldChg chg="add del">
        <pc:chgData name="Antony Marsh" userId="31929d63c4c27c29" providerId="LiveId" clId="{93132A58-6632-4807-ABC6-D26ECF5A7492}" dt="2023-06-26T09:09:14.189" v="3" actId="47"/>
        <pc:sldMkLst>
          <pc:docMk/>
          <pc:sldMk cId="1488083525" sldId="1187"/>
        </pc:sldMkLst>
      </pc:sldChg>
      <pc:sldChg chg="add">
        <pc:chgData name="Antony Marsh" userId="31929d63c4c27c29" providerId="LiveId" clId="{93132A58-6632-4807-ABC6-D26ECF5A7492}" dt="2023-06-26T09:09:11.263" v="2"/>
        <pc:sldMkLst>
          <pc:docMk/>
          <pc:sldMk cId="4041182060" sldId="1188"/>
        </pc:sldMkLst>
      </pc:sldChg>
      <pc:sldChg chg="add del">
        <pc:chgData name="Antony Marsh" userId="31929d63c4c27c29" providerId="LiveId" clId="{93132A58-6632-4807-ABC6-D26ECF5A7492}" dt="2023-07-07T16:46:33.338" v="11" actId="47"/>
        <pc:sldMkLst>
          <pc:docMk/>
          <pc:sldMk cId="438868238" sldId="1189"/>
        </pc:sldMkLst>
      </pc:sldChg>
      <pc:sldChg chg="add">
        <pc:chgData name="Antony Marsh" userId="31929d63c4c27c29" providerId="LiveId" clId="{93132A58-6632-4807-ABC6-D26ECF5A7492}" dt="2023-06-26T09:10:08.886" v="4"/>
        <pc:sldMkLst>
          <pc:docMk/>
          <pc:sldMk cId="3609907754" sldId="1190"/>
        </pc:sldMkLst>
      </pc:sldChg>
      <pc:sldChg chg="add">
        <pc:chgData name="Antony Marsh" userId="31929d63c4c27c29" providerId="LiveId" clId="{93132A58-6632-4807-ABC6-D26ECF5A7492}" dt="2023-06-26T09:10:08.886" v="4"/>
        <pc:sldMkLst>
          <pc:docMk/>
          <pc:sldMk cId="1889601777" sldId="1191"/>
        </pc:sldMkLst>
      </pc:sldChg>
      <pc:sldChg chg="add">
        <pc:chgData name="Antony Marsh" userId="31929d63c4c27c29" providerId="LiveId" clId="{93132A58-6632-4807-ABC6-D26ECF5A7492}" dt="2023-06-26T09:10:08.886" v="4"/>
        <pc:sldMkLst>
          <pc:docMk/>
          <pc:sldMk cId="1146133286" sldId="1192"/>
        </pc:sldMkLst>
      </pc:sldChg>
      <pc:sldChg chg="add">
        <pc:chgData name="Antony Marsh" userId="31929d63c4c27c29" providerId="LiveId" clId="{93132A58-6632-4807-ABC6-D26ECF5A7492}" dt="2023-06-26T09:10:34.589" v="6"/>
        <pc:sldMkLst>
          <pc:docMk/>
          <pc:sldMk cId="2466073648" sldId="1193"/>
        </pc:sldMkLst>
      </pc:sldChg>
      <pc:sldChg chg="add">
        <pc:chgData name="Antony Marsh" userId="31929d63c4c27c29" providerId="LiveId" clId="{93132A58-6632-4807-ABC6-D26ECF5A7492}" dt="2023-07-07T16:46:18.710" v="8"/>
        <pc:sldMkLst>
          <pc:docMk/>
          <pc:sldMk cId="115605381" sldId="1194"/>
        </pc:sldMkLst>
      </pc:sldChg>
      <pc:sldMasterChg chg="delSldLayout">
        <pc:chgData name="Antony Marsh" userId="31929d63c4c27c29" providerId="LiveId" clId="{93132A58-6632-4807-ABC6-D26ECF5A7492}" dt="2023-06-26T09:09:14.189" v="3" actId="47"/>
        <pc:sldMasterMkLst>
          <pc:docMk/>
          <pc:sldMasterMk cId="868143095" sldId="2147483660"/>
        </pc:sldMasterMkLst>
        <pc:sldLayoutChg chg="del">
          <pc:chgData name="Antony Marsh" userId="31929d63c4c27c29" providerId="LiveId" clId="{93132A58-6632-4807-ABC6-D26ECF5A7492}" dt="2023-06-26T09:09:14.189" v="3" actId="47"/>
          <pc:sldLayoutMkLst>
            <pc:docMk/>
            <pc:sldMasterMk cId="868143095" sldId="2147483660"/>
            <pc:sldLayoutMk cId="1010320192" sldId="2147483714"/>
          </pc:sldLayoutMkLst>
        </pc:sldLayoutChg>
      </pc:sldMasterChg>
    </pc:docChg>
  </pc:docChgLst>
</pc:chgInfo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hyperlink" Target="mailto:virtual.learningteam@qa.com" TargetMode="External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hyperlink" Target="mailto:virtual.learningteam@qa.com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64AE91-5DDF-40BF-8304-7D439F80E9F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C81B655-DE11-4D94-AA86-CDB94581204E}">
      <dgm:prSet custT="1"/>
      <dgm:spPr/>
      <dgm:t>
        <a:bodyPr/>
        <a:lstStyle/>
        <a:p>
          <a:r>
            <a:rPr lang="en-GB" sz="2000" dirty="0"/>
            <a:t>If </a:t>
          </a:r>
          <a:r>
            <a:rPr lang="en-GB" sz="2000" b="1" dirty="0"/>
            <a:t>I</a:t>
          </a:r>
          <a:r>
            <a:rPr lang="en-GB" sz="2000" dirty="0"/>
            <a:t> disconnect:</a:t>
          </a:r>
        </a:p>
      </dgm:t>
    </dgm:pt>
    <dgm:pt modelId="{21DF2766-CD90-419A-88EC-DC189E20DBD8}" type="parTrans" cxnId="{44DA40A9-02AA-4C8A-9DC9-23D7BAB2E02A}">
      <dgm:prSet/>
      <dgm:spPr/>
      <dgm:t>
        <a:bodyPr/>
        <a:lstStyle/>
        <a:p>
          <a:endParaRPr lang="en-GB" sz="1400"/>
        </a:p>
      </dgm:t>
    </dgm:pt>
    <dgm:pt modelId="{34165A07-7892-40BF-9289-3B16800CAD07}" type="sibTrans" cxnId="{44DA40A9-02AA-4C8A-9DC9-23D7BAB2E02A}">
      <dgm:prSet/>
      <dgm:spPr/>
      <dgm:t>
        <a:bodyPr/>
        <a:lstStyle/>
        <a:p>
          <a:endParaRPr lang="en-GB" sz="1400"/>
        </a:p>
      </dgm:t>
    </dgm:pt>
    <dgm:pt modelId="{196BC605-4F05-4FE8-9F3D-B2BD6613797E}">
      <dgm:prSet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en-GB" sz="1600" dirty="0"/>
            <a:t>One of you will automatically become the host and when I return, I’ll resume the course.</a:t>
          </a:r>
        </a:p>
      </dgm:t>
    </dgm:pt>
    <dgm:pt modelId="{BB070F23-ED46-4C1D-8BE6-5E487F930B27}" type="parTrans" cxnId="{7C707ED7-8062-49BF-BFEB-0E6766D5976F}">
      <dgm:prSet/>
      <dgm:spPr/>
      <dgm:t>
        <a:bodyPr/>
        <a:lstStyle/>
        <a:p>
          <a:endParaRPr lang="en-GB" sz="1400"/>
        </a:p>
      </dgm:t>
    </dgm:pt>
    <dgm:pt modelId="{C09F90BE-4169-4D0A-88A4-FE7703900FA1}" type="sibTrans" cxnId="{7C707ED7-8062-49BF-BFEB-0E6766D5976F}">
      <dgm:prSet/>
      <dgm:spPr/>
      <dgm:t>
        <a:bodyPr/>
        <a:lstStyle/>
        <a:p>
          <a:endParaRPr lang="en-GB" sz="1400"/>
        </a:p>
      </dgm:t>
    </dgm:pt>
    <dgm:pt modelId="{9484BFD1-F900-4328-9E2B-27315B3F41AF}">
      <dgm:prSet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en-GB" sz="1600" dirty="0"/>
            <a:t>Please don’t leave the session.</a:t>
          </a:r>
        </a:p>
      </dgm:t>
    </dgm:pt>
    <dgm:pt modelId="{7AC3C6B5-47CC-48AD-B255-6E0C9720F07E}" type="parTrans" cxnId="{5DD2C4FE-5456-433A-B5A3-ABB644AB07BC}">
      <dgm:prSet/>
      <dgm:spPr/>
      <dgm:t>
        <a:bodyPr/>
        <a:lstStyle/>
        <a:p>
          <a:endParaRPr lang="en-GB" sz="1400"/>
        </a:p>
      </dgm:t>
    </dgm:pt>
    <dgm:pt modelId="{B57B3632-BDCA-431F-A4A3-643AAD3A1ED5}" type="sibTrans" cxnId="{5DD2C4FE-5456-433A-B5A3-ABB644AB07BC}">
      <dgm:prSet/>
      <dgm:spPr/>
      <dgm:t>
        <a:bodyPr/>
        <a:lstStyle/>
        <a:p>
          <a:endParaRPr lang="en-GB" sz="1400"/>
        </a:p>
      </dgm:t>
    </dgm:pt>
    <dgm:pt modelId="{0370BE76-C1FF-44F8-B24E-B41EED97AA30}">
      <dgm:prSet custT="1"/>
      <dgm:spPr/>
      <dgm:t>
        <a:bodyPr/>
        <a:lstStyle/>
        <a:p>
          <a:r>
            <a:rPr lang="en-GB" sz="2000" dirty="0"/>
            <a:t>If </a:t>
          </a:r>
          <a:r>
            <a:rPr lang="en-GB" sz="2000" b="1" dirty="0"/>
            <a:t>you</a:t>
          </a:r>
          <a:r>
            <a:rPr lang="en-GB" sz="2000" dirty="0"/>
            <a:t> disconnect:</a:t>
          </a:r>
        </a:p>
      </dgm:t>
    </dgm:pt>
    <dgm:pt modelId="{846EA7B0-26A6-4787-9BE1-9CC1F1C7BB76}" type="parTrans" cxnId="{B954C028-2AE5-4B1E-91BA-476A5DDE3260}">
      <dgm:prSet/>
      <dgm:spPr/>
      <dgm:t>
        <a:bodyPr/>
        <a:lstStyle/>
        <a:p>
          <a:endParaRPr lang="en-GB" sz="1400"/>
        </a:p>
      </dgm:t>
    </dgm:pt>
    <dgm:pt modelId="{2B5FBF93-8E81-4E1E-B063-82B2F08493E3}" type="sibTrans" cxnId="{B954C028-2AE5-4B1E-91BA-476A5DDE3260}">
      <dgm:prSet/>
      <dgm:spPr/>
      <dgm:t>
        <a:bodyPr/>
        <a:lstStyle/>
        <a:p>
          <a:endParaRPr lang="en-GB" sz="1400"/>
        </a:p>
      </dgm:t>
    </dgm:pt>
    <dgm:pt modelId="{EF47DCA2-F377-4F6A-9095-388D34677072}">
      <dgm:prSet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en-GB" sz="1600" dirty="0"/>
            <a:t>Don’t panic!</a:t>
          </a:r>
        </a:p>
      </dgm:t>
    </dgm:pt>
    <dgm:pt modelId="{0B9A878F-B92B-4870-9702-2E83CDF81400}" type="parTrans" cxnId="{3726CD19-5F8E-4548-9790-0C047830EDAF}">
      <dgm:prSet/>
      <dgm:spPr/>
      <dgm:t>
        <a:bodyPr/>
        <a:lstStyle/>
        <a:p>
          <a:endParaRPr lang="en-GB" sz="1400"/>
        </a:p>
      </dgm:t>
    </dgm:pt>
    <dgm:pt modelId="{2C76DD8E-B458-49B0-B361-C3E0212CF226}" type="sibTrans" cxnId="{3726CD19-5F8E-4548-9790-0C047830EDAF}">
      <dgm:prSet/>
      <dgm:spPr/>
      <dgm:t>
        <a:bodyPr/>
        <a:lstStyle/>
        <a:p>
          <a:endParaRPr lang="en-GB" sz="1400"/>
        </a:p>
      </dgm:t>
    </dgm:pt>
    <dgm:pt modelId="{79833372-CDFC-4CD0-8203-421FC18A360A}">
      <dgm:prSet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en-GB" sz="1600" dirty="0"/>
            <a:t>Re-join using your link.</a:t>
          </a:r>
        </a:p>
      </dgm:t>
    </dgm:pt>
    <dgm:pt modelId="{AB2458B9-7ED5-4966-9DD4-2F29ACA0B3EF}" type="parTrans" cxnId="{03707FF5-6ED9-4C80-A09F-40AC8D9308FA}">
      <dgm:prSet/>
      <dgm:spPr/>
      <dgm:t>
        <a:bodyPr/>
        <a:lstStyle/>
        <a:p>
          <a:endParaRPr lang="en-GB" sz="1400"/>
        </a:p>
      </dgm:t>
    </dgm:pt>
    <dgm:pt modelId="{1CA21350-4F71-4332-A1BE-1CB754A67A85}" type="sibTrans" cxnId="{03707FF5-6ED9-4C80-A09F-40AC8D9308FA}">
      <dgm:prSet/>
      <dgm:spPr/>
      <dgm:t>
        <a:bodyPr/>
        <a:lstStyle/>
        <a:p>
          <a:endParaRPr lang="en-GB" sz="1400"/>
        </a:p>
      </dgm:t>
    </dgm:pt>
    <dgm:pt modelId="{B5028F94-7F32-4405-A915-E9B977B39A47}">
      <dgm:prSet custT="1"/>
      <dgm:spPr/>
      <dgm:t>
        <a:bodyPr/>
        <a:lstStyle/>
        <a:p>
          <a:r>
            <a:rPr lang="en-GB" sz="2000" dirty="0"/>
            <a:t>Contact:</a:t>
          </a:r>
        </a:p>
      </dgm:t>
    </dgm:pt>
    <dgm:pt modelId="{00E270D3-64CD-41ED-B83D-8F040315ACA2}" type="parTrans" cxnId="{ECFDCD9D-E6B7-44A9-B11B-1746CFECC3AB}">
      <dgm:prSet/>
      <dgm:spPr/>
      <dgm:t>
        <a:bodyPr/>
        <a:lstStyle/>
        <a:p>
          <a:endParaRPr lang="en-GB" sz="1400"/>
        </a:p>
      </dgm:t>
    </dgm:pt>
    <dgm:pt modelId="{FF5DBABB-1868-4333-B64C-BFA7C5167AAA}" type="sibTrans" cxnId="{ECFDCD9D-E6B7-44A9-B11B-1746CFECC3AB}">
      <dgm:prSet/>
      <dgm:spPr/>
      <dgm:t>
        <a:bodyPr/>
        <a:lstStyle/>
        <a:p>
          <a:endParaRPr lang="en-GB" sz="1400"/>
        </a:p>
      </dgm:t>
    </dgm:pt>
    <dgm:pt modelId="{F84C8919-7673-449F-8AB8-417992BC7266}">
      <dgm:prSet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en-GB" sz="1600" noProof="0" dirty="0">
              <a:hlinkClick xmlns:r="http://schemas.openxmlformats.org/officeDocument/2006/relationships" r:id="rId1"/>
            </a:rPr>
            <a:t>virtual.learningteam@qa.com</a:t>
          </a:r>
          <a:endParaRPr lang="en-GB" sz="1600" dirty="0"/>
        </a:p>
      </dgm:t>
    </dgm:pt>
    <dgm:pt modelId="{EA0F06FD-32D3-4962-B7BA-A728D4F8AA03}" type="parTrans" cxnId="{9149C0AA-0713-4CF2-B5A5-A351B18873C4}">
      <dgm:prSet/>
      <dgm:spPr/>
      <dgm:t>
        <a:bodyPr/>
        <a:lstStyle/>
        <a:p>
          <a:endParaRPr lang="en-GB" sz="1400"/>
        </a:p>
      </dgm:t>
    </dgm:pt>
    <dgm:pt modelId="{759AAD91-A393-4031-85F9-86387425D171}" type="sibTrans" cxnId="{9149C0AA-0713-4CF2-B5A5-A351B18873C4}">
      <dgm:prSet/>
      <dgm:spPr/>
      <dgm:t>
        <a:bodyPr/>
        <a:lstStyle/>
        <a:p>
          <a:endParaRPr lang="en-GB" sz="1400"/>
        </a:p>
      </dgm:t>
    </dgm:pt>
    <dgm:pt modelId="{F0EC0AE1-1F02-4002-A811-FD7A9545F795}">
      <dgm:prSet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en-GB" sz="1600" dirty="0"/>
            <a:t>0203 908 2376 </a:t>
          </a:r>
        </a:p>
      </dgm:t>
    </dgm:pt>
    <dgm:pt modelId="{E9C56815-7BC0-4C92-A297-17DE673A1B96}" type="parTrans" cxnId="{2FC44177-0B65-4E3D-8CEE-E10FC204417F}">
      <dgm:prSet/>
      <dgm:spPr/>
      <dgm:t>
        <a:bodyPr/>
        <a:lstStyle/>
        <a:p>
          <a:endParaRPr lang="en-GB" sz="1400"/>
        </a:p>
      </dgm:t>
    </dgm:pt>
    <dgm:pt modelId="{D5A31641-E771-4AEA-9F17-69E24021E0DB}" type="sibTrans" cxnId="{2FC44177-0B65-4E3D-8CEE-E10FC204417F}">
      <dgm:prSet/>
      <dgm:spPr/>
      <dgm:t>
        <a:bodyPr/>
        <a:lstStyle/>
        <a:p>
          <a:endParaRPr lang="en-GB" sz="1400"/>
        </a:p>
      </dgm:t>
    </dgm:pt>
    <dgm:pt modelId="{E19CDA87-5F41-4589-BF48-D2A2FFABD5D1}">
      <dgm:prSet custT="1"/>
      <dgm:spPr/>
      <dgm:t>
        <a:bodyPr/>
        <a:lstStyle/>
        <a:p>
          <a:pPr>
            <a:lnSpc>
              <a:spcPct val="100000"/>
            </a:lnSpc>
            <a:spcAft>
              <a:spcPts val="600"/>
            </a:spcAft>
          </a:pPr>
          <a:r>
            <a:rPr lang="en-GB" sz="1600" b="1" dirty="0"/>
            <a:t>Chat link from your joining email</a:t>
          </a:r>
        </a:p>
      </dgm:t>
    </dgm:pt>
    <dgm:pt modelId="{C11B7A56-0932-47C6-96CC-B2A95DDBD8E5}" type="parTrans" cxnId="{866A767F-2E5C-415D-890A-FFBA24AACF7A}">
      <dgm:prSet/>
      <dgm:spPr/>
      <dgm:t>
        <a:bodyPr/>
        <a:lstStyle/>
        <a:p>
          <a:endParaRPr lang="en-GB"/>
        </a:p>
      </dgm:t>
    </dgm:pt>
    <dgm:pt modelId="{2370B1BC-B798-4A12-BE09-9F2CF249ADBB}" type="sibTrans" cxnId="{866A767F-2E5C-415D-890A-FFBA24AACF7A}">
      <dgm:prSet/>
      <dgm:spPr/>
      <dgm:t>
        <a:bodyPr/>
        <a:lstStyle/>
        <a:p>
          <a:endParaRPr lang="en-GB"/>
        </a:p>
      </dgm:t>
    </dgm:pt>
    <dgm:pt modelId="{49F8B93A-60DE-4DDA-9FE3-E48F3CA1BF53}" type="pres">
      <dgm:prSet presAssocID="{2A64AE91-5DDF-40BF-8304-7D439F80E9F7}" presName="Name0" presStyleCnt="0">
        <dgm:presLayoutVars>
          <dgm:dir/>
          <dgm:animLvl val="lvl"/>
          <dgm:resizeHandles val="exact"/>
        </dgm:presLayoutVars>
      </dgm:prSet>
      <dgm:spPr/>
    </dgm:pt>
    <dgm:pt modelId="{FB7BF2DE-18F6-4C36-8F94-9301A8CEF612}" type="pres">
      <dgm:prSet presAssocID="{6C81B655-DE11-4D94-AA86-CDB94581204E}" presName="linNode" presStyleCnt="0"/>
      <dgm:spPr/>
    </dgm:pt>
    <dgm:pt modelId="{4D7E2065-1616-435B-AF57-F68E00529AE3}" type="pres">
      <dgm:prSet presAssocID="{6C81B655-DE11-4D94-AA86-CDB94581204E}" presName="parentText" presStyleLbl="node1" presStyleIdx="0" presStyleCnt="3" custScaleX="73234" custLinFactNeighborX="-1515" custLinFactNeighborY="-8182">
        <dgm:presLayoutVars>
          <dgm:chMax val="1"/>
          <dgm:bulletEnabled val="1"/>
        </dgm:presLayoutVars>
      </dgm:prSet>
      <dgm:spPr/>
    </dgm:pt>
    <dgm:pt modelId="{880F24D9-3F97-47E3-AB7F-16F31D8F0F6D}" type="pres">
      <dgm:prSet presAssocID="{6C81B655-DE11-4D94-AA86-CDB94581204E}" presName="descendantText" presStyleLbl="alignAccFollowNode1" presStyleIdx="0" presStyleCnt="3" custScaleX="107471" custLinFactNeighborX="8491" custLinFactNeighborY="-3684">
        <dgm:presLayoutVars>
          <dgm:bulletEnabled val="1"/>
        </dgm:presLayoutVars>
      </dgm:prSet>
      <dgm:spPr/>
    </dgm:pt>
    <dgm:pt modelId="{69B02A60-4099-498B-A1A3-D76EEC395B92}" type="pres">
      <dgm:prSet presAssocID="{34165A07-7892-40BF-9289-3B16800CAD07}" presName="sp" presStyleCnt="0"/>
      <dgm:spPr/>
    </dgm:pt>
    <dgm:pt modelId="{7908CCB8-5CE7-4DED-95EF-D9D98BD67333}" type="pres">
      <dgm:prSet presAssocID="{0370BE76-C1FF-44F8-B24E-B41EED97AA30}" presName="linNode" presStyleCnt="0"/>
      <dgm:spPr/>
    </dgm:pt>
    <dgm:pt modelId="{3A284C39-1198-4098-8BFF-970BD414A6F2}" type="pres">
      <dgm:prSet presAssocID="{0370BE76-C1FF-44F8-B24E-B41EED97AA30}" presName="parentText" presStyleLbl="node1" presStyleIdx="1" presStyleCnt="3" custScaleX="75657" custLinFactNeighborX="-1515">
        <dgm:presLayoutVars>
          <dgm:chMax val="1"/>
          <dgm:bulletEnabled val="1"/>
        </dgm:presLayoutVars>
      </dgm:prSet>
      <dgm:spPr/>
    </dgm:pt>
    <dgm:pt modelId="{D94515A7-3682-45ED-A092-B93749948859}" type="pres">
      <dgm:prSet presAssocID="{0370BE76-C1FF-44F8-B24E-B41EED97AA30}" presName="descendantText" presStyleLbl="alignAccFollowNode1" presStyleIdx="1" presStyleCnt="3" custScaleX="107814" custLinFactNeighborX="6132" custLinFactNeighborY="-4696">
        <dgm:presLayoutVars>
          <dgm:bulletEnabled val="1"/>
        </dgm:presLayoutVars>
      </dgm:prSet>
      <dgm:spPr/>
    </dgm:pt>
    <dgm:pt modelId="{E6CBA56A-42BC-40BF-86F7-1887CB7C4ADD}" type="pres">
      <dgm:prSet presAssocID="{2B5FBF93-8E81-4E1E-B063-82B2F08493E3}" presName="sp" presStyleCnt="0"/>
      <dgm:spPr/>
    </dgm:pt>
    <dgm:pt modelId="{CED2A23E-F376-4E48-A242-D51C0A3CB6DE}" type="pres">
      <dgm:prSet presAssocID="{B5028F94-7F32-4405-A915-E9B977B39A47}" presName="linNode" presStyleCnt="0"/>
      <dgm:spPr/>
    </dgm:pt>
    <dgm:pt modelId="{55C38FB3-A1C4-4D99-9C00-43A58BB470EE}" type="pres">
      <dgm:prSet presAssocID="{B5028F94-7F32-4405-A915-E9B977B39A47}" presName="parentText" presStyleLbl="node1" presStyleIdx="2" presStyleCnt="3" custScaleX="76864" custLinFactNeighborX="-1515" custLinFactNeighborY="1579">
        <dgm:presLayoutVars>
          <dgm:chMax val="1"/>
          <dgm:bulletEnabled val="1"/>
        </dgm:presLayoutVars>
      </dgm:prSet>
      <dgm:spPr/>
    </dgm:pt>
    <dgm:pt modelId="{7E61068D-5114-4369-B758-E7D922461EC3}" type="pres">
      <dgm:prSet presAssocID="{B5028F94-7F32-4405-A915-E9B977B39A47}" presName="descendantText" presStyleLbl="alignAccFollowNode1" presStyleIdx="2" presStyleCnt="3" custScaleX="107471" custLinFactNeighborX="6688">
        <dgm:presLayoutVars>
          <dgm:bulletEnabled val="1"/>
        </dgm:presLayoutVars>
      </dgm:prSet>
      <dgm:spPr/>
    </dgm:pt>
  </dgm:ptLst>
  <dgm:cxnLst>
    <dgm:cxn modelId="{E47CA708-7AC4-4D06-B7BF-B043DBA17950}" type="presOf" srcId="{F84C8919-7673-449F-8AB8-417992BC7266}" destId="{7E61068D-5114-4369-B758-E7D922461EC3}" srcOrd="0" destOrd="1" presId="urn:microsoft.com/office/officeart/2005/8/layout/vList5"/>
    <dgm:cxn modelId="{0CAAC814-0FB3-4F33-AA04-26E3ECEA50BE}" type="presOf" srcId="{2A64AE91-5DDF-40BF-8304-7D439F80E9F7}" destId="{49F8B93A-60DE-4DDA-9FE3-E48F3CA1BF53}" srcOrd="0" destOrd="0" presId="urn:microsoft.com/office/officeart/2005/8/layout/vList5"/>
    <dgm:cxn modelId="{3726CD19-5F8E-4548-9790-0C047830EDAF}" srcId="{0370BE76-C1FF-44F8-B24E-B41EED97AA30}" destId="{EF47DCA2-F377-4F6A-9095-388D34677072}" srcOrd="0" destOrd="0" parTransId="{0B9A878F-B92B-4870-9702-2E83CDF81400}" sibTransId="{2C76DD8E-B458-49B0-B361-C3E0212CF226}"/>
    <dgm:cxn modelId="{956FCA1A-3287-42F8-B903-279BBA94D8D4}" type="presOf" srcId="{F0EC0AE1-1F02-4002-A811-FD7A9545F795}" destId="{7E61068D-5114-4369-B758-E7D922461EC3}" srcOrd="0" destOrd="2" presId="urn:microsoft.com/office/officeart/2005/8/layout/vList5"/>
    <dgm:cxn modelId="{B954C028-2AE5-4B1E-91BA-476A5DDE3260}" srcId="{2A64AE91-5DDF-40BF-8304-7D439F80E9F7}" destId="{0370BE76-C1FF-44F8-B24E-B41EED97AA30}" srcOrd="1" destOrd="0" parTransId="{846EA7B0-26A6-4787-9BE1-9CC1F1C7BB76}" sibTransId="{2B5FBF93-8E81-4E1E-B063-82B2F08493E3}"/>
    <dgm:cxn modelId="{7299C735-D877-4E93-8EF3-AC32CC34F4AC}" type="presOf" srcId="{196BC605-4F05-4FE8-9F3D-B2BD6613797E}" destId="{880F24D9-3F97-47E3-AB7F-16F31D8F0F6D}" srcOrd="0" destOrd="0" presId="urn:microsoft.com/office/officeart/2005/8/layout/vList5"/>
    <dgm:cxn modelId="{A220E635-C261-4C26-B1FE-A6D1C6F8CA7B}" type="presOf" srcId="{6C81B655-DE11-4D94-AA86-CDB94581204E}" destId="{4D7E2065-1616-435B-AF57-F68E00529AE3}" srcOrd="0" destOrd="0" presId="urn:microsoft.com/office/officeart/2005/8/layout/vList5"/>
    <dgm:cxn modelId="{1D61A138-6001-41D4-96E8-94199E669E28}" type="presOf" srcId="{EF47DCA2-F377-4F6A-9095-388D34677072}" destId="{D94515A7-3682-45ED-A092-B93749948859}" srcOrd="0" destOrd="0" presId="urn:microsoft.com/office/officeart/2005/8/layout/vList5"/>
    <dgm:cxn modelId="{0B850466-6F7D-46FC-B603-0329C92CDB0C}" type="presOf" srcId="{B5028F94-7F32-4405-A915-E9B977B39A47}" destId="{55C38FB3-A1C4-4D99-9C00-43A58BB470EE}" srcOrd="0" destOrd="0" presId="urn:microsoft.com/office/officeart/2005/8/layout/vList5"/>
    <dgm:cxn modelId="{2FC44177-0B65-4E3D-8CEE-E10FC204417F}" srcId="{B5028F94-7F32-4405-A915-E9B977B39A47}" destId="{F0EC0AE1-1F02-4002-A811-FD7A9545F795}" srcOrd="2" destOrd="0" parTransId="{E9C56815-7BC0-4C92-A297-17DE673A1B96}" sibTransId="{D5A31641-E771-4AEA-9F17-69E24021E0DB}"/>
    <dgm:cxn modelId="{7BECF17E-230B-4BC3-B11F-E48185B8BE82}" type="presOf" srcId="{9484BFD1-F900-4328-9E2B-27315B3F41AF}" destId="{880F24D9-3F97-47E3-AB7F-16F31D8F0F6D}" srcOrd="0" destOrd="1" presId="urn:microsoft.com/office/officeart/2005/8/layout/vList5"/>
    <dgm:cxn modelId="{866A767F-2E5C-415D-890A-FFBA24AACF7A}" srcId="{B5028F94-7F32-4405-A915-E9B977B39A47}" destId="{E19CDA87-5F41-4589-BF48-D2A2FFABD5D1}" srcOrd="0" destOrd="0" parTransId="{C11B7A56-0932-47C6-96CC-B2A95DDBD8E5}" sibTransId="{2370B1BC-B798-4A12-BE09-9F2CF249ADBB}"/>
    <dgm:cxn modelId="{ECFDCD9D-E6B7-44A9-B11B-1746CFECC3AB}" srcId="{2A64AE91-5DDF-40BF-8304-7D439F80E9F7}" destId="{B5028F94-7F32-4405-A915-E9B977B39A47}" srcOrd="2" destOrd="0" parTransId="{00E270D3-64CD-41ED-B83D-8F040315ACA2}" sibTransId="{FF5DBABB-1868-4333-B64C-BFA7C5167AAA}"/>
    <dgm:cxn modelId="{C15CB79F-77A9-45F2-9BEA-3320C38B178F}" type="presOf" srcId="{E19CDA87-5F41-4589-BF48-D2A2FFABD5D1}" destId="{7E61068D-5114-4369-B758-E7D922461EC3}" srcOrd="0" destOrd="0" presId="urn:microsoft.com/office/officeart/2005/8/layout/vList5"/>
    <dgm:cxn modelId="{44DA40A9-02AA-4C8A-9DC9-23D7BAB2E02A}" srcId="{2A64AE91-5DDF-40BF-8304-7D439F80E9F7}" destId="{6C81B655-DE11-4D94-AA86-CDB94581204E}" srcOrd="0" destOrd="0" parTransId="{21DF2766-CD90-419A-88EC-DC189E20DBD8}" sibTransId="{34165A07-7892-40BF-9289-3B16800CAD07}"/>
    <dgm:cxn modelId="{9149C0AA-0713-4CF2-B5A5-A351B18873C4}" srcId="{B5028F94-7F32-4405-A915-E9B977B39A47}" destId="{F84C8919-7673-449F-8AB8-417992BC7266}" srcOrd="1" destOrd="0" parTransId="{EA0F06FD-32D3-4962-B7BA-A728D4F8AA03}" sibTransId="{759AAD91-A393-4031-85F9-86387425D171}"/>
    <dgm:cxn modelId="{7C707ED7-8062-49BF-BFEB-0E6766D5976F}" srcId="{6C81B655-DE11-4D94-AA86-CDB94581204E}" destId="{196BC605-4F05-4FE8-9F3D-B2BD6613797E}" srcOrd="0" destOrd="0" parTransId="{BB070F23-ED46-4C1D-8BE6-5E487F930B27}" sibTransId="{C09F90BE-4169-4D0A-88A4-FE7703900FA1}"/>
    <dgm:cxn modelId="{6319B3EB-3B29-4F22-8D91-CAB3C9BBFA7E}" type="presOf" srcId="{0370BE76-C1FF-44F8-B24E-B41EED97AA30}" destId="{3A284C39-1198-4098-8BFF-970BD414A6F2}" srcOrd="0" destOrd="0" presId="urn:microsoft.com/office/officeart/2005/8/layout/vList5"/>
    <dgm:cxn modelId="{4B03ADEC-0F75-4A37-9393-71E988AF3BCE}" type="presOf" srcId="{79833372-CDFC-4CD0-8203-421FC18A360A}" destId="{D94515A7-3682-45ED-A092-B93749948859}" srcOrd="0" destOrd="1" presId="urn:microsoft.com/office/officeart/2005/8/layout/vList5"/>
    <dgm:cxn modelId="{03707FF5-6ED9-4C80-A09F-40AC8D9308FA}" srcId="{0370BE76-C1FF-44F8-B24E-B41EED97AA30}" destId="{79833372-CDFC-4CD0-8203-421FC18A360A}" srcOrd="1" destOrd="0" parTransId="{AB2458B9-7ED5-4966-9DD4-2F29ACA0B3EF}" sibTransId="{1CA21350-4F71-4332-A1BE-1CB754A67A85}"/>
    <dgm:cxn modelId="{5DD2C4FE-5456-433A-B5A3-ABB644AB07BC}" srcId="{6C81B655-DE11-4D94-AA86-CDB94581204E}" destId="{9484BFD1-F900-4328-9E2B-27315B3F41AF}" srcOrd="1" destOrd="0" parTransId="{7AC3C6B5-47CC-48AD-B255-6E0C9720F07E}" sibTransId="{B57B3632-BDCA-431F-A4A3-643AAD3A1ED5}"/>
    <dgm:cxn modelId="{73B0CDB6-C5B0-4936-95E8-D2C9BDF3D2E5}" type="presParOf" srcId="{49F8B93A-60DE-4DDA-9FE3-E48F3CA1BF53}" destId="{FB7BF2DE-18F6-4C36-8F94-9301A8CEF612}" srcOrd="0" destOrd="0" presId="urn:microsoft.com/office/officeart/2005/8/layout/vList5"/>
    <dgm:cxn modelId="{F8B1E66E-C0AF-409A-97EF-064E7C7B938E}" type="presParOf" srcId="{FB7BF2DE-18F6-4C36-8F94-9301A8CEF612}" destId="{4D7E2065-1616-435B-AF57-F68E00529AE3}" srcOrd="0" destOrd="0" presId="urn:microsoft.com/office/officeart/2005/8/layout/vList5"/>
    <dgm:cxn modelId="{627A675E-DED0-4288-907F-3AD5E21B59AC}" type="presParOf" srcId="{FB7BF2DE-18F6-4C36-8F94-9301A8CEF612}" destId="{880F24D9-3F97-47E3-AB7F-16F31D8F0F6D}" srcOrd="1" destOrd="0" presId="urn:microsoft.com/office/officeart/2005/8/layout/vList5"/>
    <dgm:cxn modelId="{085FDE1A-E0E0-4E0C-950C-96F3048E89DD}" type="presParOf" srcId="{49F8B93A-60DE-4DDA-9FE3-E48F3CA1BF53}" destId="{69B02A60-4099-498B-A1A3-D76EEC395B92}" srcOrd="1" destOrd="0" presId="urn:microsoft.com/office/officeart/2005/8/layout/vList5"/>
    <dgm:cxn modelId="{8FBBE1DE-1325-4A7E-B2D5-1900AB25CBBC}" type="presParOf" srcId="{49F8B93A-60DE-4DDA-9FE3-E48F3CA1BF53}" destId="{7908CCB8-5CE7-4DED-95EF-D9D98BD67333}" srcOrd="2" destOrd="0" presId="urn:microsoft.com/office/officeart/2005/8/layout/vList5"/>
    <dgm:cxn modelId="{B3F21FEB-ADA9-4D51-A700-628B9E1AF7B7}" type="presParOf" srcId="{7908CCB8-5CE7-4DED-95EF-D9D98BD67333}" destId="{3A284C39-1198-4098-8BFF-970BD414A6F2}" srcOrd="0" destOrd="0" presId="urn:microsoft.com/office/officeart/2005/8/layout/vList5"/>
    <dgm:cxn modelId="{A2304BE0-B3D5-4B9B-930B-CD84157673AF}" type="presParOf" srcId="{7908CCB8-5CE7-4DED-95EF-D9D98BD67333}" destId="{D94515A7-3682-45ED-A092-B93749948859}" srcOrd="1" destOrd="0" presId="urn:microsoft.com/office/officeart/2005/8/layout/vList5"/>
    <dgm:cxn modelId="{6019AF8F-75FD-4B6D-B91E-59EB4D6C1ED1}" type="presParOf" srcId="{49F8B93A-60DE-4DDA-9FE3-E48F3CA1BF53}" destId="{E6CBA56A-42BC-40BF-86F7-1887CB7C4ADD}" srcOrd="3" destOrd="0" presId="urn:microsoft.com/office/officeart/2005/8/layout/vList5"/>
    <dgm:cxn modelId="{660C61DB-28CF-41D1-A80E-CD600B4E82B2}" type="presParOf" srcId="{49F8B93A-60DE-4DDA-9FE3-E48F3CA1BF53}" destId="{CED2A23E-F376-4E48-A242-D51C0A3CB6DE}" srcOrd="4" destOrd="0" presId="urn:microsoft.com/office/officeart/2005/8/layout/vList5"/>
    <dgm:cxn modelId="{AFB6C743-BC37-4C9A-92A8-2A5615F2C1BF}" type="presParOf" srcId="{CED2A23E-F376-4E48-A242-D51C0A3CB6DE}" destId="{55C38FB3-A1C4-4D99-9C00-43A58BB470EE}" srcOrd="0" destOrd="0" presId="urn:microsoft.com/office/officeart/2005/8/layout/vList5"/>
    <dgm:cxn modelId="{D702C9A5-2F8C-42D6-AD93-D309A9447129}" type="presParOf" srcId="{CED2A23E-F376-4E48-A242-D51C0A3CB6DE}" destId="{7E61068D-5114-4369-B758-E7D922461EC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E84B8B-7777-418D-BB1A-D142ED3C872B}" type="doc">
      <dgm:prSet loTypeId="urn:microsoft.com/office/officeart/2005/8/layout/vProcess5" loCatId="process" qsTypeId="urn:microsoft.com/office/officeart/2005/8/quickstyle/simple1" qsCatId="simple" csTypeId="urn:microsoft.com/office/officeart/2005/8/colors/accent2_3" csCatId="accent2" phldr="1"/>
      <dgm:spPr/>
    </dgm:pt>
    <dgm:pt modelId="{53D754D6-3C39-47E3-B111-E204146B2A61}">
      <dgm:prSet phldrT="[Text]"/>
      <dgm:spPr/>
      <dgm:t>
        <a:bodyPr/>
        <a:lstStyle/>
        <a:p>
          <a:r>
            <a:rPr lang="en-GB" b="1" dirty="0"/>
            <a:t>Basic</a:t>
          </a:r>
        </a:p>
      </dgm:t>
    </dgm:pt>
    <dgm:pt modelId="{78A63470-BA2E-4530-8478-7F1880C409C6}" type="parTrans" cxnId="{5361F23C-D983-4EBD-94E1-DD11A82DB0AA}">
      <dgm:prSet/>
      <dgm:spPr/>
      <dgm:t>
        <a:bodyPr/>
        <a:lstStyle/>
        <a:p>
          <a:endParaRPr lang="en-GB"/>
        </a:p>
      </dgm:t>
    </dgm:pt>
    <dgm:pt modelId="{5F81F389-D60C-4AAE-872D-F91A5E7CACFB}" type="sibTrans" cxnId="{5361F23C-D983-4EBD-94E1-DD11A82DB0AA}">
      <dgm:prSet/>
      <dgm:spPr>
        <a:solidFill>
          <a:srgbClr val="004050">
            <a:alpha val="90000"/>
          </a:srgbClr>
        </a:solidFill>
        <a:ln>
          <a:solidFill>
            <a:schemeClr val="accent1">
              <a:alpha val="90000"/>
            </a:schemeClr>
          </a:solidFill>
        </a:ln>
      </dgm:spPr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84F95288-0B12-4F80-8049-ED8D70B50BE0}">
      <dgm:prSet phldrT="[Text]"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Expert</a:t>
          </a:r>
        </a:p>
      </dgm:t>
    </dgm:pt>
    <dgm:pt modelId="{5AB2AE34-B9E1-4F2A-9173-783CE36AA393}" type="parTrans" cxnId="{27ADF775-D331-41AD-B5B1-EBE10A1C6F4A}">
      <dgm:prSet/>
      <dgm:spPr/>
      <dgm:t>
        <a:bodyPr/>
        <a:lstStyle/>
        <a:p>
          <a:endParaRPr lang="en-GB"/>
        </a:p>
      </dgm:t>
    </dgm:pt>
    <dgm:pt modelId="{8459CB08-A8B2-428A-9D1C-135AE1920687}" type="sibTrans" cxnId="{27ADF775-D331-41AD-B5B1-EBE10A1C6F4A}">
      <dgm:prSet/>
      <dgm:spPr>
        <a:solidFill>
          <a:srgbClr val="004050">
            <a:alpha val="90000"/>
          </a:srgbClr>
        </a:solidFill>
        <a:ln>
          <a:solidFill>
            <a:schemeClr val="accent1">
              <a:alpha val="90000"/>
            </a:schemeClr>
          </a:solidFill>
        </a:ln>
      </dgm:spPr>
      <dgm:t>
        <a:bodyPr/>
        <a:lstStyle/>
        <a:p>
          <a:endParaRPr lang="en-GB"/>
        </a:p>
      </dgm:t>
    </dgm:pt>
    <dgm:pt modelId="{1D202176-D3FA-48FC-BBE9-A9AE62BBF4ED}">
      <dgm:prSet phldrT="[Text]"/>
      <dgm:spPr/>
      <dgm:t>
        <a:bodyPr/>
        <a:lstStyle/>
        <a:p>
          <a:r>
            <a:rPr lang="en-GB" b="1" dirty="0"/>
            <a:t>Intermediate</a:t>
          </a:r>
        </a:p>
      </dgm:t>
    </dgm:pt>
    <dgm:pt modelId="{4B5F2876-9784-4C72-BE0A-CC7B1ABBE123}" type="parTrans" cxnId="{88F634FA-556C-458B-A9F9-3D1F680B0250}">
      <dgm:prSet/>
      <dgm:spPr/>
      <dgm:t>
        <a:bodyPr/>
        <a:lstStyle/>
        <a:p>
          <a:endParaRPr lang="en-GB"/>
        </a:p>
      </dgm:t>
    </dgm:pt>
    <dgm:pt modelId="{4F16B03D-19AA-4691-9530-767853BC8798}" type="sibTrans" cxnId="{88F634FA-556C-458B-A9F9-3D1F680B0250}">
      <dgm:prSet/>
      <dgm:spPr>
        <a:solidFill>
          <a:srgbClr val="004050">
            <a:alpha val="90000"/>
          </a:srgbClr>
        </a:solidFill>
        <a:ln>
          <a:solidFill>
            <a:schemeClr val="accent1">
              <a:alpha val="90000"/>
            </a:schemeClr>
          </a:solidFill>
        </a:ln>
      </dgm:spPr>
      <dgm:t>
        <a:bodyPr/>
        <a:lstStyle/>
        <a:p>
          <a:endParaRPr lang="en-GB"/>
        </a:p>
      </dgm:t>
    </dgm:pt>
    <dgm:pt modelId="{F2D3CB12-6B01-41CD-B21C-F4D537BEF9D0}" type="pres">
      <dgm:prSet presAssocID="{F3E84B8B-7777-418D-BB1A-D142ED3C872B}" presName="outerComposite" presStyleCnt="0">
        <dgm:presLayoutVars>
          <dgm:chMax val="5"/>
          <dgm:dir/>
          <dgm:resizeHandles val="exact"/>
        </dgm:presLayoutVars>
      </dgm:prSet>
      <dgm:spPr/>
    </dgm:pt>
    <dgm:pt modelId="{96741824-2D36-4FA1-8553-BE7F43C0FA89}" type="pres">
      <dgm:prSet presAssocID="{F3E84B8B-7777-418D-BB1A-D142ED3C872B}" presName="dummyMaxCanvas" presStyleCnt="0">
        <dgm:presLayoutVars/>
      </dgm:prSet>
      <dgm:spPr/>
    </dgm:pt>
    <dgm:pt modelId="{DD4C0D76-4E64-4C40-8AE8-77998602A28E}" type="pres">
      <dgm:prSet presAssocID="{F3E84B8B-7777-418D-BB1A-D142ED3C872B}" presName="ThreeNodes_1" presStyleLbl="node1" presStyleIdx="0" presStyleCnt="3">
        <dgm:presLayoutVars>
          <dgm:bulletEnabled val="1"/>
        </dgm:presLayoutVars>
      </dgm:prSet>
      <dgm:spPr/>
    </dgm:pt>
    <dgm:pt modelId="{DA8736C1-38C7-4BD0-8819-0791B52CF502}" type="pres">
      <dgm:prSet presAssocID="{F3E84B8B-7777-418D-BB1A-D142ED3C872B}" presName="ThreeNodes_2" presStyleLbl="node1" presStyleIdx="1" presStyleCnt="3">
        <dgm:presLayoutVars>
          <dgm:bulletEnabled val="1"/>
        </dgm:presLayoutVars>
      </dgm:prSet>
      <dgm:spPr/>
    </dgm:pt>
    <dgm:pt modelId="{18C63FEA-98D4-47A6-9744-9BD1D15B4828}" type="pres">
      <dgm:prSet presAssocID="{F3E84B8B-7777-418D-BB1A-D142ED3C872B}" presName="ThreeNodes_3" presStyleLbl="node1" presStyleIdx="2" presStyleCnt="3">
        <dgm:presLayoutVars>
          <dgm:bulletEnabled val="1"/>
        </dgm:presLayoutVars>
      </dgm:prSet>
      <dgm:spPr/>
    </dgm:pt>
    <dgm:pt modelId="{3D23C36A-FF58-4B06-9C44-7D8CA70C5A16}" type="pres">
      <dgm:prSet presAssocID="{F3E84B8B-7777-418D-BB1A-D142ED3C872B}" presName="ThreeConn_1-2" presStyleLbl="fgAccFollowNode1" presStyleIdx="0" presStyleCnt="2">
        <dgm:presLayoutVars>
          <dgm:bulletEnabled val="1"/>
        </dgm:presLayoutVars>
      </dgm:prSet>
      <dgm:spPr/>
    </dgm:pt>
    <dgm:pt modelId="{FEB64A01-F1CC-46AE-9F09-53D4F8E09F0C}" type="pres">
      <dgm:prSet presAssocID="{F3E84B8B-7777-418D-BB1A-D142ED3C872B}" presName="ThreeConn_2-3" presStyleLbl="fgAccFollowNode1" presStyleIdx="1" presStyleCnt="2">
        <dgm:presLayoutVars>
          <dgm:bulletEnabled val="1"/>
        </dgm:presLayoutVars>
      </dgm:prSet>
      <dgm:spPr/>
    </dgm:pt>
    <dgm:pt modelId="{1D2A9096-732E-4895-A216-C7F1236C237D}" type="pres">
      <dgm:prSet presAssocID="{F3E84B8B-7777-418D-BB1A-D142ED3C872B}" presName="ThreeNodes_1_text" presStyleLbl="node1" presStyleIdx="2" presStyleCnt="3">
        <dgm:presLayoutVars>
          <dgm:bulletEnabled val="1"/>
        </dgm:presLayoutVars>
      </dgm:prSet>
      <dgm:spPr/>
    </dgm:pt>
    <dgm:pt modelId="{AE1753A6-C559-40B9-8018-6A65832BD5E6}" type="pres">
      <dgm:prSet presAssocID="{F3E84B8B-7777-418D-BB1A-D142ED3C872B}" presName="ThreeNodes_2_text" presStyleLbl="node1" presStyleIdx="2" presStyleCnt="3">
        <dgm:presLayoutVars>
          <dgm:bulletEnabled val="1"/>
        </dgm:presLayoutVars>
      </dgm:prSet>
      <dgm:spPr/>
    </dgm:pt>
    <dgm:pt modelId="{45038B70-46CA-492E-AE35-D9B98FB8D423}" type="pres">
      <dgm:prSet presAssocID="{F3E84B8B-7777-418D-BB1A-D142ED3C872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9897306-FF82-40F7-A492-71A74F070D63}" type="presOf" srcId="{84F95288-0B12-4F80-8049-ED8D70B50BE0}" destId="{45038B70-46CA-492E-AE35-D9B98FB8D423}" srcOrd="1" destOrd="0" presId="urn:microsoft.com/office/officeart/2005/8/layout/vProcess5"/>
    <dgm:cxn modelId="{001F0013-0CC3-4F67-BBF3-3CA3213ACD08}" type="presOf" srcId="{F3E84B8B-7777-418D-BB1A-D142ED3C872B}" destId="{F2D3CB12-6B01-41CD-B21C-F4D537BEF9D0}" srcOrd="0" destOrd="0" presId="urn:microsoft.com/office/officeart/2005/8/layout/vProcess5"/>
    <dgm:cxn modelId="{5361F23C-D983-4EBD-94E1-DD11A82DB0AA}" srcId="{F3E84B8B-7777-418D-BB1A-D142ED3C872B}" destId="{53D754D6-3C39-47E3-B111-E204146B2A61}" srcOrd="0" destOrd="0" parTransId="{78A63470-BA2E-4530-8478-7F1880C409C6}" sibTransId="{5F81F389-D60C-4AAE-872D-F91A5E7CACFB}"/>
    <dgm:cxn modelId="{008E6350-76BC-4A28-851D-0FF290714858}" type="presOf" srcId="{5F81F389-D60C-4AAE-872D-F91A5E7CACFB}" destId="{3D23C36A-FF58-4B06-9C44-7D8CA70C5A16}" srcOrd="0" destOrd="0" presId="urn:microsoft.com/office/officeart/2005/8/layout/vProcess5"/>
    <dgm:cxn modelId="{27ADF775-D331-41AD-B5B1-EBE10A1C6F4A}" srcId="{F3E84B8B-7777-418D-BB1A-D142ED3C872B}" destId="{84F95288-0B12-4F80-8049-ED8D70B50BE0}" srcOrd="2" destOrd="0" parTransId="{5AB2AE34-B9E1-4F2A-9173-783CE36AA393}" sibTransId="{8459CB08-A8B2-428A-9D1C-135AE1920687}"/>
    <dgm:cxn modelId="{493B1D58-7259-402C-8DE6-FA615DAFCFBC}" type="presOf" srcId="{1D202176-D3FA-48FC-BBE9-A9AE62BBF4ED}" destId="{AE1753A6-C559-40B9-8018-6A65832BD5E6}" srcOrd="1" destOrd="0" presId="urn:microsoft.com/office/officeart/2005/8/layout/vProcess5"/>
    <dgm:cxn modelId="{61F3CE7C-32D8-4D6E-A5BC-7517F8BD1DD2}" type="presOf" srcId="{84F95288-0B12-4F80-8049-ED8D70B50BE0}" destId="{18C63FEA-98D4-47A6-9744-9BD1D15B4828}" srcOrd="0" destOrd="0" presId="urn:microsoft.com/office/officeart/2005/8/layout/vProcess5"/>
    <dgm:cxn modelId="{937CA6A7-30C2-4213-B9E2-37B206DE3622}" type="presOf" srcId="{53D754D6-3C39-47E3-B111-E204146B2A61}" destId="{DD4C0D76-4E64-4C40-8AE8-77998602A28E}" srcOrd="0" destOrd="0" presId="urn:microsoft.com/office/officeart/2005/8/layout/vProcess5"/>
    <dgm:cxn modelId="{19686FC0-DA24-40AD-9297-810ACFE74296}" type="presOf" srcId="{4F16B03D-19AA-4691-9530-767853BC8798}" destId="{FEB64A01-F1CC-46AE-9F09-53D4F8E09F0C}" srcOrd="0" destOrd="0" presId="urn:microsoft.com/office/officeart/2005/8/layout/vProcess5"/>
    <dgm:cxn modelId="{A7667ED4-49C7-4180-8FDF-2D1BBA4C39A3}" type="presOf" srcId="{53D754D6-3C39-47E3-B111-E204146B2A61}" destId="{1D2A9096-732E-4895-A216-C7F1236C237D}" srcOrd="1" destOrd="0" presId="urn:microsoft.com/office/officeart/2005/8/layout/vProcess5"/>
    <dgm:cxn modelId="{88F634FA-556C-458B-A9F9-3D1F680B0250}" srcId="{F3E84B8B-7777-418D-BB1A-D142ED3C872B}" destId="{1D202176-D3FA-48FC-BBE9-A9AE62BBF4ED}" srcOrd="1" destOrd="0" parTransId="{4B5F2876-9784-4C72-BE0A-CC7B1ABBE123}" sibTransId="{4F16B03D-19AA-4691-9530-767853BC8798}"/>
    <dgm:cxn modelId="{0FAC30FD-06DE-4E63-B7CD-18B5E7D1B9D0}" type="presOf" srcId="{1D202176-D3FA-48FC-BBE9-A9AE62BBF4ED}" destId="{DA8736C1-38C7-4BD0-8819-0791B52CF502}" srcOrd="0" destOrd="0" presId="urn:microsoft.com/office/officeart/2005/8/layout/vProcess5"/>
    <dgm:cxn modelId="{D127D3EE-64BD-4C45-A32C-0D174B826575}" type="presParOf" srcId="{F2D3CB12-6B01-41CD-B21C-F4D537BEF9D0}" destId="{96741824-2D36-4FA1-8553-BE7F43C0FA89}" srcOrd="0" destOrd="0" presId="urn:microsoft.com/office/officeart/2005/8/layout/vProcess5"/>
    <dgm:cxn modelId="{C1C42E36-8C50-4A00-9EAF-62611C1E6D78}" type="presParOf" srcId="{F2D3CB12-6B01-41CD-B21C-F4D537BEF9D0}" destId="{DD4C0D76-4E64-4C40-8AE8-77998602A28E}" srcOrd="1" destOrd="0" presId="urn:microsoft.com/office/officeart/2005/8/layout/vProcess5"/>
    <dgm:cxn modelId="{69A362AA-ED1B-45E9-B17C-EF1D58B5FF57}" type="presParOf" srcId="{F2D3CB12-6B01-41CD-B21C-F4D537BEF9D0}" destId="{DA8736C1-38C7-4BD0-8819-0791B52CF502}" srcOrd="2" destOrd="0" presId="urn:microsoft.com/office/officeart/2005/8/layout/vProcess5"/>
    <dgm:cxn modelId="{5C38E2A5-A4B4-41A0-903C-0974E2C08BAA}" type="presParOf" srcId="{F2D3CB12-6B01-41CD-B21C-F4D537BEF9D0}" destId="{18C63FEA-98D4-47A6-9744-9BD1D15B4828}" srcOrd="3" destOrd="0" presId="urn:microsoft.com/office/officeart/2005/8/layout/vProcess5"/>
    <dgm:cxn modelId="{F6B1A2CE-2449-42EC-A636-447FF59689B0}" type="presParOf" srcId="{F2D3CB12-6B01-41CD-B21C-F4D537BEF9D0}" destId="{3D23C36A-FF58-4B06-9C44-7D8CA70C5A16}" srcOrd="4" destOrd="0" presId="urn:microsoft.com/office/officeart/2005/8/layout/vProcess5"/>
    <dgm:cxn modelId="{2B42AF62-1612-48C2-8060-81951F17B154}" type="presParOf" srcId="{F2D3CB12-6B01-41CD-B21C-F4D537BEF9D0}" destId="{FEB64A01-F1CC-46AE-9F09-53D4F8E09F0C}" srcOrd="5" destOrd="0" presId="urn:microsoft.com/office/officeart/2005/8/layout/vProcess5"/>
    <dgm:cxn modelId="{4F2B45B1-ADB6-46EF-B10D-53D42BE1C1B1}" type="presParOf" srcId="{F2D3CB12-6B01-41CD-B21C-F4D537BEF9D0}" destId="{1D2A9096-732E-4895-A216-C7F1236C237D}" srcOrd="6" destOrd="0" presId="urn:microsoft.com/office/officeart/2005/8/layout/vProcess5"/>
    <dgm:cxn modelId="{3E75EF3E-6A69-41D6-BAFC-5882AFC678C0}" type="presParOf" srcId="{F2D3CB12-6B01-41CD-B21C-F4D537BEF9D0}" destId="{AE1753A6-C559-40B9-8018-6A65832BD5E6}" srcOrd="7" destOrd="0" presId="urn:microsoft.com/office/officeart/2005/8/layout/vProcess5"/>
    <dgm:cxn modelId="{77CCD388-3B30-46EA-B586-C04072B92C76}" type="presParOf" srcId="{F2D3CB12-6B01-41CD-B21C-F4D537BEF9D0}" destId="{45038B70-46CA-492E-AE35-D9B98FB8D42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F24D9-3F97-47E3-AB7F-16F31D8F0F6D}">
      <dsp:nvSpPr>
        <dsp:cNvPr id="0" name=""/>
        <dsp:cNvSpPr/>
      </dsp:nvSpPr>
      <dsp:spPr>
        <a:xfrm rot="5400000">
          <a:off x="4935753" y="-2186407"/>
          <a:ext cx="1225261" cy="581875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/>
            <a:t>One of you will automatically become the host and when I return, I’ll resume the course.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/>
            <a:t>Please don’t leave the session.</a:t>
          </a:r>
        </a:p>
      </dsp:txBody>
      <dsp:txXfrm rot="-5400000">
        <a:off x="2639006" y="170152"/>
        <a:ext cx="5758943" cy="1105637"/>
      </dsp:txXfrm>
    </dsp:sp>
    <dsp:sp modelId="{4D7E2065-1616-435B-AF57-F68E00529AE3}">
      <dsp:nvSpPr>
        <dsp:cNvPr id="0" name=""/>
        <dsp:cNvSpPr/>
      </dsp:nvSpPr>
      <dsp:spPr>
        <a:xfrm>
          <a:off x="68030" y="0"/>
          <a:ext cx="2230355" cy="15315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If </a:t>
          </a:r>
          <a:r>
            <a:rPr lang="en-GB" sz="2000" b="1" kern="1200" dirty="0"/>
            <a:t>I</a:t>
          </a:r>
          <a:r>
            <a:rPr lang="en-GB" sz="2000" kern="1200" dirty="0"/>
            <a:t> disconnect:</a:t>
          </a:r>
        </a:p>
      </dsp:txBody>
      <dsp:txXfrm>
        <a:off x="142795" y="74765"/>
        <a:ext cx="2080825" cy="1382046"/>
      </dsp:txXfrm>
    </dsp:sp>
    <dsp:sp modelId="{D94515A7-3682-45ED-A092-B93749948859}">
      <dsp:nvSpPr>
        <dsp:cNvPr id="0" name=""/>
        <dsp:cNvSpPr/>
      </dsp:nvSpPr>
      <dsp:spPr>
        <a:xfrm rot="5400000">
          <a:off x="4928481" y="-599937"/>
          <a:ext cx="1225261" cy="583732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/>
            <a:t>Don’t panic!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/>
            <a:t>Re-join using your link.</a:t>
          </a:r>
        </a:p>
      </dsp:txBody>
      <dsp:txXfrm rot="-5400000">
        <a:off x="2622449" y="1765907"/>
        <a:ext cx="5777513" cy="1105637"/>
      </dsp:txXfrm>
    </dsp:sp>
    <dsp:sp modelId="{3A284C39-1198-4098-8BFF-970BD414A6F2}">
      <dsp:nvSpPr>
        <dsp:cNvPr id="0" name=""/>
        <dsp:cNvSpPr/>
      </dsp:nvSpPr>
      <dsp:spPr>
        <a:xfrm>
          <a:off x="68030" y="1610475"/>
          <a:ext cx="2304148" cy="15315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If </a:t>
          </a:r>
          <a:r>
            <a:rPr lang="en-GB" sz="2000" b="1" kern="1200" dirty="0"/>
            <a:t>you</a:t>
          </a:r>
          <a:r>
            <a:rPr lang="en-GB" sz="2000" kern="1200" dirty="0"/>
            <a:t> disconnect:</a:t>
          </a:r>
        </a:p>
      </dsp:txBody>
      <dsp:txXfrm>
        <a:off x="142795" y="1685240"/>
        <a:ext cx="2154618" cy="1382046"/>
      </dsp:txXfrm>
    </dsp:sp>
    <dsp:sp modelId="{7E61068D-5114-4369-B758-E7D922461EC3}">
      <dsp:nvSpPr>
        <dsp:cNvPr id="0" name=""/>
        <dsp:cNvSpPr/>
      </dsp:nvSpPr>
      <dsp:spPr>
        <a:xfrm rot="5400000">
          <a:off x="4937766" y="1075041"/>
          <a:ext cx="1225261" cy="581875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b="1" kern="1200" dirty="0"/>
            <a:t>Chat link from your joining email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noProof="0" dirty="0">
              <a:hlinkClick xmlns:r="http://schemas.openxmlformats.org/officeDocument/2006/relationships" r:id="rId1"/>
            </a:rPr>
            <a:t>virtual.learningteam@qa.com</a:t>
          </a:r>
          <a:endParaRPr lang="en-GB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GB" sz="1600" kern="1200" dirty="0"/>
            <a:t>0203 908 2376 </a:t>
          </a:r>
        </a:p>
      </dsp:txBody>
      <dsp:txXfrm rot="-5400000">
        <a:off x="2641019" y="3431600"/>
        <a:ext cx="5758943" cy="1105637"/>
      </dsp:txXfrm>
    </dsp:sp>
    <dsp:sp modelId="{55C38FB3-A1C4-4D99-9C00-43A58BB470EE}">
      <dsp:nvSpPr>
        <dsp:cNvPr id="0" name=""/>
        <dsp:cNvSpPr/>
      </dsp:nvSpPr>
      <dsp:spPr>
        <a:xfrm>
          <a:off x="68030" y="3220951"/>
          <a:ext cx="2340907" cy="15315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Contact:</a:t>
          </a:r>
        </a:p>
      </dsp:txBody>
      <dsp:txXfrm>
        <a:off x="142795" y="3295716"/>
        <a:ext cx="2191377" cy="13820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4C0D76-4E64-4C40-8AE8-77998602A28E}">
      <dsp:nvSpPr>
        <dsp:cNvPr id="0" name=""/>
        <dsp:cNvSpPr/>
      </dsp:nvSpPr>
      <dsp:spPr>
        <a:xfrm>
          <a:off x="0" y="0"/>
          <a:ext cx="5436226" cy="867849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 dirty="0"/>
            <a:t>Basic</a:t>
          </a:r>
        </a:p>
      </dsp:txBody>
      <dsp:txXfrm>
        <a:off x="25418" y="25418"/>
        <a:ext cx="4499750" cy="817013"/>
      </dsp:txXfrm>
    </dsp:sp>
    <dsp:sp modelId="{DA8736C1-38C7-4BD0-8819-0791B52CF502}">
      <dsp:nvSpPr>
        <dsp:cNvPr id="0" name=""/>
        <dsp:cNvSpPr/>
      </dsp:nvSpPr>
      <dsp:spPr>
        <a:xfrm>
          <a:off x="479667" y="1012490"/>
          <a:ext cx="5436226" cy="867849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-257185"/>
            <a:satOff val="-10473"/>
            <a:lumOff val="173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 dirty="0"/>
            <a:t>Intermediate</a:t>
          </a:r>
        </a:p>
      </dsp:txBody>
      <dsp:txXfrm>
        <a:off x="505085" y="1037908"/>
        <a:ext cx="4341621" cy="817013"/>
      </dsp:txXfrm>
    </dsp:sp>
    <dsp:sp modelId="{18C63FEA-98D4-47A6-9744-9BD1D15B4828}">
      <dsp:nvSpPr>
        <dsp:cNvPr id="0" name=""/>
        <dsp:cNvSpPr/>
      </dsp:nvSpPr>
      <dsp:spPr>
        <a:xfrm>
          <a:off x="959334" y="2024981"/>
          <a:ext cx="5436226" cy="867849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-514370"/>
            <a:satOff val="-20945"/>
            <a:lumOff val="346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 dirty="0">
              <a:solidFill>
                <a:schemeClr val="tx1"/>
              </a:solidFill>
            </a:rPr>
            <a:t>Expert</a:t>
          </a:r>
        </a:p>
      </dsp:txBody>
      <dsp:txXfrm>
        <a:off x="984752" y="2050399"/>
        <a:ext cx="4341621" cy="817013"/>
      </dsp:txXfrm>
    </dsp:sp>
    <dsp:sp modelId="{3D23C36A-FF58-4B06-9C44-7D8CA70C5A16}">
      <dsp:nvSpPr>
        <dsp:cNvPr id="0" name=""/>
        <dsp:cNvSpPr/>
      </dsp:nvSpPr>
      <dsp:spPr>
        <a:xfrm>
          <a:off x="4872124" y="658119"/>
          <a:ext cx="564102" cy="564102"/>
        </a:xfrm>
        <a:prstGeom prst="downArrow">
          <a:avLst>
            <a:gd name="adj1" fmla="val 55000"/>
            <a:gd name="adj2" fmla="val 45000"/>
          </a:avLst>
        </a:prstGeom>
        <a:solidFill>
          <a:srgbClr val="004050">
            <a:alpha val="90000"/>
          </a:srgbClr>
        </a:solidFill>
        <a:ln w="12700" cap="flat" cmpd="sng" algn="ctr">
          <a:solidFill>
            <a:schemeClr val="accent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500" kern="1200">
            <a:solidFill>
              <a:schemeClr val="tx1"/>
            </a:solidFill>
          </a:endParaRPr>
        </a:p>
      </dsp:txBody>
      <dsp:txXfrm>
        <a:off x="4999047" y="658119"/>
        <a:ext cx="310256" cy="424487"/>
      </dsp:txXfrm>
    </dsp:sp>
    <dsp:sp modelId="{FEB64A01-F1CC-46AE-9F09-53D4F8E09F0C}">
      <dsp:nvSpPr>
        <dsp:cNvPr id="0" name=""/>
        <dsp:cNvSpPr/>
      </dsp:nvSpPr>
      <dsp:spPr>
        <a:xfrm>
          <a:off x="5351791" y="1664824"/>
          <a:ext cx="564102" cy="564102"/>
        </a:xfrm>
        <a:prstGeom prst="downArrow">
          <a:avLst>
            <a:gd name="adj1" fmla="val 55000"/>
            <a:gd name="adj2" fmla="val 45000"/>
          </a:avLst>
        </a:prstGeom>
        <a:solidFill>
          <a:srgbClr val="004050">
            <a:alpha val="90000"/>
          </a:srgbClr>
        </a:solidFill>
        <a:ln w="12700" cap="flat" cmpd="sng" algn="ctr">
          <a:solidFill>
            <a:schemeClr val="accent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500" kern="1200"/>
        </a:p>
      </dsp:txBody>
      <dsp:txXfrm>
        <a:off x="5478714" y="1664824"/>
        <a:ext cx="310256" cy="4244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A1FEF-2EEA-4613-9D12-C4A3E0A7B8CE}" type="datetimeFigureOut">
              <a:rPr lang="en-GB" smtClean="0"/>
              <a:t>19/02/2024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6877F-E557-4809-B362-B5FAE45F63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991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84225" y="595313"/>
            <a:ext cx="5538788" cy="3114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318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581025"/>
            <a:ext cx="5400675" cy="3038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76BEB-65FD-4604-BBA0-0F30E704D318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9348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581025"/>
            <a:ext cx="5400675" cy="3038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76BEB-65FD-4604-BBA0-0F30E704D318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3571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581025"/>
            <a:ext cx="5400675" cy="3038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9A9C37-A2FB-4AC2-AA91-AF6E90133E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804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468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876BEB-65FD-4604-BBA0-0F30E704D31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7016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6877F-E557-4809-B362-B5FAE45F630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651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6877F-E557-4809-B362-B5FAE45F630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338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6877F-E557-4809-B362-B5FAE45F630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4020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6877F-E557-4809-B362-B5FAE45F630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02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6877F-E557-4809-B362-B5FAE45F630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204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6877F-E557-4809-B362-B5FAE45F630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5798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B7991-A52C-F06D-DB95-131C1D343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4E39F-DC8A-0A57-7E87-BD739DB1E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9FD74-4124-97B8-9815-32C7402F1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84314-DA4A-1125-4DBA-3E0A0A167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6877F-E557-4809-B362-B5FAE45F630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447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6877F-E557-4809-B362-B5FAE45F630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278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C2132-4B19-4B61-9032-41C486BCCCE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822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eg"/><Relationship Id="rId3" Type="http://schemas.openxmlformats.org/officeDocument/2006/relationships/image" Target="../media/image14.png"/><Relationship Id="rId4" Type="http://schemas.openxmlformats.org/officeDocument/2006/relationships/image" Target="../media/image15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6.jpeg"/><Relationship Id="rId3" Type="http://schemas.openxmlformats.org/officeDocument/2006/relationships/image" Target="../media/image14.png"/><Relationship Id="rId4" Type="http://schemas.openxmlformats.org/officeDocument/2006/relationships/image" Target="../media/image15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7.jpeg"/><Relationship Id="rId3" Type="http://schemas.openxmlformats.org/officeDocument/2006/relationships/image" Target="../media/image18.png"/><Relationship Id="rId4" Type="http://schemas.openxmlformats.org/officeDocument/2006/relationships/image" Target="../media/image19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png"/><Relationship Id="rId3" Type="http://schemas.openxmlformats.org/officeDocument/2006/relationships/image" Target="../media/image2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2.png"/><Relationship Id="rId3" Type="http://schemas.microsoft.com/office/2007/relationships/hdphoto" Target="../media/hdphoto1.wdp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2.png"/><Relationship Id="rId3" Type="http://schemas.microsoft.com/office/2007/relationships/hdphoto" Target="../media/hdphoto1.wdp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2.png"/><Relationship Id="rId3" Type="http://schemas.microsoft.com/office/2007/relationships/hdphoto" Target="../media/hdphoto1.wdp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3.png"/><Relationship Id="rId3" Type="http://schemas.openxmlformats.org/officeDocument/2006/relationships/image" Target="../media/image14.png"/><Relationship Id="rId4" Type="http://schemas.openxmlformats.org/officeDocument/2006/relationships/image" Target="../media/image24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Relationship Id="rId3" Type="http://schemas.openxmlformats.org/officeDocument/2006/relationships/image" Target="../media/image27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5.png"/><Relationship Id="rId3" Type="http://schemas.openxmlformats.org/officeDocument/2006/relationships/image" Target="../media/image30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5.png"/><Relationship Id="rId3" Type="http://schemas.openxmlformats.org/officeDocument/2006/relationships/image" Target="../media/image10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5.png"/><Relationship Id="rId3" Type="http://schemas.openxmlformats.org/officeDocument/2006/relationships/image" Target="../media/image30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5.png"/><Relationship Id="rId3" Type="http://schemas.openxmlformats.org/officeDocument/2006/relationships/image" Target="../media/image31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openxmlformats.org/officeDocument/2006/relationships/image" Target="../media/image34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Relationship Id="rId3" Type="http://schemas.openxmlformats.org/officeDocument/2006/relationships/image" Target="../media/image27.svg"/><Relationship Id="rId4" Type="http://schemas.openxmlformats.org/officeDocument/2006/relationships/image" Target="../media/image35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6.png"/><Relationship Id="rId3" Type="http://schemas.openxmlformats.org/officeDocument/2006/relationships/image" Target="../media/image14.png"/><Relationship Id="rId4" Type="http://schemas.openxmlformats.org/officeDocument/2006/relationships/image" Target="../media/image27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36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2.png"/><Relationship Id="rId3" Type="http://schemas.openxmlformats.org/officeDocument/2006/relationships/image" Target="../media/image39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2.png"/><Relationship Id="rId3" Type="http://schemas.openxmlformats.org/officeDocument/2006/relationships/image" Target="../media/image40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Relationship Id="rId3" Type="http://schemas.openxmlformats.org/officeDocument/2006/relationships/image" Target="../media/image27.svg"/><Relationship Id="rId4" Type="http://schemas.openxmlformats.org/officeDocument/2006/relationships/image" Target="../media/image35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6.png"/><Relationship Id="rId3" Type="http://schemas.openxmlformats.org/officeDocument/2006/relationships/image" Target="../media/image14.png"/><Relationship Id="rId4" Type="http://schemas.openxmlformats.org/officeDocument/2006/relationships/image" Target="../media/image27.sv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1.png"/><Relationship Id="rId3" Type="http://schemas.microsoft.com/office/2007/relationships/hdphoto" Target="../media/hdphoto2.wdp"/><Relationship Id="rId4" Type="http://schemas.openxmlformats.org/officeDocument/2006/relationships/image" Target="../media/image14.png"/><Relationship Id="rId5" Type="http://schemas.openxmlformats.org/officeDocument/2006/relationships/image" Target="../media/image27.sv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3.png"/><Relationship Id="rId3" Type="http://schemas.openxmlformats.org/officeDocument/2006/relationships/image" Target="../media/image14.png"/><Relationship Id="rId4" Type="http://schemas.openxmlformats.org/officeDocument/2006/relationships/image" Target="../media/image27.sv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23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41.png"/><Relationship Id="rId5" Type="http://schemas.microsoft.com/office/2007/relationships/hdphoto" Target="../media/hdphoto2.wdp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9.sv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9.sv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40.sv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9.sv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9.sv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9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9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40.sv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1.png"/><Relationship Id="rId3" Type="http://schemas.microsoft.com/office/2007/relationships/hdphoto" Target="../media/hdphoto2.wdp"/><Relationship Id="rId4" Type="http://schemas.openxmlformats.org/officeDocument/2006/relationships/image" Target="../media/image14.png"/><Relationship Id="rId5" Type="http://schemas.openxmlformats.org/officeDocument/2006/relationships/image" Target="../media/image27.sv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3.png"/><Relationship Id="rId3" Type="http://schemas.openxmlformats.org/officeDocument/2006/relationships/image" Target="../media/image14.png"/><Relationship Id="rId4" Type="http://schemas.openxmlformats.org/officeDocument/2006/relationships/image" Target="../media/image27.svg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2.png"/><Relationship Id="rId3" Type="http://schemas.microsoft.com/office/2007/relationships/hdphoto" Target="../media/hdphoto3.wdp"/><Relationship Id="rId4" Type="http://schemas.openxmlformats.org/officeDocument/2006/relationships/image" Target="../media/image14.png"/><Relationship Id="rId5" Type="http://schemas.openxmlformats.org/officeDocument/2006/relationships/image" Target="../media/image27.sv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43.png"/><Relationship Id="rId5" Type="http://schemas.microsoft.com/office/2007/relationships/hdphoto" Target="../media/hdphoto4.wdp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44.sv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44.sv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44.sv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44.sv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44.sv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44.sv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44.sv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31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2.png"/><Relationship Id="rId3" Type="http://schemas.microsoft.com/office/2007/relationships/hdphoto" Target="../media/hdphoto3.wdp"/><Relationship Id="rId4" Type="http://schemas.openxmlformats.org/officeDocument/2006/relationships/image" Target="../media/image14.png"/><Relationship Id="rId5" Type="http://schemas.openxmlformats.org/officeDocument/2006/relationships/image" Target="../media/image27.sv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5.png"/><Relationship Id="rId3" Type="http://schemas.openxmlformats.org/officeDocument/2006/relationships/image" Target="../media/image14.png"/><Relationship Id="rId4" Type="http://schemas.openxmlformats.org/officeDocument/2006/relationships/image" Target="../media/image27.sv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3.png"/><Relationship Id="rId3" Type="http://schemas.openxmlformats.org/officeDocument/2006/relationships/image" Target="../media/image14.png"/><Relationship Id="rId4" Type="http://schemas.openxmlformats.org/officeDocument/2006/relationships/image" Target="../media/image27.sv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4.png"/><Relationship Id="rId3" Type="http://schemas.openxmlformats.org/officeDocument/2006/relationships/image" Target="../media/image27.svg"/><Relationship Id="rId4" Type="http://schemas.openxmlformats.org/officeDocument/2006/relationships/image" Target="../media/image35.pn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6.png"/><Relationship Id="rId3" Type="http://schemas.openxmlformats.org/officeDocument/2006/relationships/image" Target="../media/image14.png"/><Relationship Id="rId4" Type="http://schemas.openxmlformats.org/officeDocument/2006/relationships/image" Target="../media/image27.sv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6.png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6.png"/><Relationship Id="rId3" Type="http://schemas.openxmlformats.org/officeDocument/2006/relationships/image" Target="../media/image48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6.png"/><Relationship Id="rId3" Type="http://schemas.openxmlformats.org/officeDocument/2006/relationships/image" Target="../media/image20.pn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9.pn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8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50.pn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6.png"/><Relationship Id="rId3" Type="http://schemas.openxmlformats.org/officeDocument/2006/relationships/image" Target="../media/image51.pn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2.png"/><Relationship Id="rId3" Type="http://schemas.microsoft.com/office/2007/relationships/hdphoto" Target="../media/hdphoto1.wdp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2.png"/><Relationship Id="rId3" Type="http://schemas.microsoft.com/office/2007/relationships/hdphoto" Target="../media/hdphoto1.wdp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2.png"/><Relationship Id="rId3" Type="http://schemas.microsoft.com/office/2007/relationships/hdphoto" Target="../media/hdphoto1.wdp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2.png"/><Relationship Id="rId3" Type="http://schemas.microsoft.com/office/2007/relationships/hdphoto" Target="../media/hdphoto1.wdp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30.svg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5.png"/><Relationship Id="rId3" Type="http://schemas.openxmlformats.org/officeDocument/2006/relationships/image" Target="../media/image29.sv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9.svg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40.svg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9.svg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40.svg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2.png"/><Relationship Id="rId3" Type="http://schemas.openxmlformats.org/officeDocument/2006/relationships/image" Target="../media/image46.pn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3.png"/><Relationship Id="rId3" Type="http://schemas.openxmlformats.org/officeDocument/2006/relationships/image" Target="../media/image46.png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6.png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9.svg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40.svg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in Welcome">
    <p:bg>
      <p:bgPr>
        <a:solidFill>
          <a:srgbClr val="004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027" y="536783"/>
            <a:ext cx="2127213" cy="1197621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237213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800" b="1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24705" y="5237213"/>
            <a:ext cx="3978275" cy="1255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1" cap="none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Trainer name, job title, certifications, email…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856395"/>
            <a:ext cx="7552267" cy="1399822"/>
          </a:xfrm>
          <a:prstGeom prst="rect">
            <a:avLst/>
          </a:prstGeom>
        </p:spPr>
      </p:pic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 rot="1022761">
            <a:off x="8194571" y="1546240"/>
            <a:ext cx="3013382" cy="301338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45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ater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90108" y="0"/>
            <a:ext cx="8222211" cy="6878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1" y="0"/>
            <a:ext cx="4140000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3525" y="365125"/>
            <a:ext cx="3671887" cy="373685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1769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fresh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8545" y="-8313"/>
            <a:ext cx="8395855" cy="686631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1" y="0"/>
            <a:ext cx="4140000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15D5F177-4EB0-4466-A9EE-2E51D9CE69F7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63525" y="365125"/>
            <a:ext cx="3671888" cy="373685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86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re Ex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3956858" y="-17755"/>
            <a:ext cx="8249938" cy="69068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1" y="0"/>
            <a:ext cx="4140000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/>
        </p:nvGrpSpPr>
        <p:grpSpPr>
          <a:xfrm>
            <a:off x="2327195" y="4606108"/>
            <a:ext cx="2293146" cy="1326143"/>
            <a:chOff x="7799133" y="1870745"/>
            <a:chExt cx="1010349" cy="584292"/>
          </a:xfrm>
          <a:solidFill>
            <a:srgbClr val="FF004C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Rectangle 2"/>
          <p:cNvSpPr/>
          <p:nvPr/>
        </p:nvSpPr>
        <p:spPr>
          <a:xfrm>
            <a:off x="-11069" y="5042941"/>
            <a:ext cx="2506981" cy="126517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0" y="5374222"/>
            <a:ext cx="2506981" cy="126000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263525" y="365125"/>
            <a:ext cx="3671888" cy="373685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819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al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rgbClr val="004050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MODULE: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/>
              <a:t>Click to edit topics/subtitle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30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29">
          <p15:clr>
            <a:srgbClr val="FBAE40"/>
          </p15:clr>
        </p15:guide>
        <p15:guide id="2" orient="horz" pos="210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2024">
          <p15:clr>
            <a:srgbClr val="FBAE40"/>
          </p15:clr>
        </p15:guide>
        <p15:guide id="5" orient="horz" pos="2228">
          <p15:clr>
            <a:srgbClr val="FBAE40"/>
          </p15:clr>
        </p15:guide>
        <p15:guide id="6" pos="744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ue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rgbClr val="004050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MODULE: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/>
              <a:t>Click to edit module topics</a:t>
            </a:r>
          </a:p>
        </p:txBody>
      </p:sp>
    </p:spTree>
    <p:extLst>
      <p:ext uri="{BB962C8B-B14F-4D97-AF65-F5344CB8AC3E}">
        <p14:creationId xmlns:p14="http://schemas.microsoft.com/office/powerpoint/2010/main" val="3265126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range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MODULE: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module topics</a:t>
            </a:r>
          </a:p>
        </p:txBody>
      </p:sp>
    </p:spTree>
    <p:extLst>
      <p:ext uri="{BB962C8B-B14F-4D97-AF65-F5344CB8AC3E}">
        <p14:creationId xmlns:p14="http://schemas.microsoft.com/office/powerpoint/2010/main" val="1889924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MODULE: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module topics</a:t>
            </a:r>
          </a:p>
        </p:txBody>
      </p:sp>
    </p:spTree>
    <p:extLst>
      <p:ext uri="{BB962C8B-B14F-4D97-AF65-F5344CB8AC3E}">
        <p14:creationId xmlns:p14="http://schemas.microsoft.com/office/powerpoint/2010/main" val="2819579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(Te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0" y="3249780"/>
            <a:ext cx="5967455" cy="28592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56CAC32-67FA-4479-86C1-AE29EFFAC5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367200"/>
            <a:ext cx="5718225" cy="612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4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400"/>
            </a:lvl2pPr>
            <a:lvl3pPr marL="361950" indent="-179388">
              <a:spcBef>
                <a:spcPts val="0"/>
              </a:spcBef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979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5">
          <p15:clr>
            <a:srgbClr val="FBAE40"/>
          </p15:clr>
        </p15:guide>
        <p15:guide id="2" pos="36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28CFF9"/>
          </a:solidFill>
        </p:grpSpPr>
        <p:sp>
          <p:nvSpPr>
            <p:cNvPr id="12" name="Rectangle 11"/>
            <p:cNvSpPr/>
            <p:nvPr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729C437-484B-4A28-9418-E1338027FF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367200"/>
            <a:ext cx="5718225" cy="612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4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400"/>
            </a:lvl2pPr>
            <a:lvl3pPr marL="361950" indent="-179388">
              <a:spcBef>
                <a:spcPts val="0"/>
              </a:spcBef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005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5">
          <p15:clr>
            <a:srgbClr val="FBAE40"/>
          </p15:clr>
        </p15:guide>
        <p15:guide id="2" pos="36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F3622C"/>
          </a:solidFill>
        </p:grpSpPr>
        <p:sp>
          <p:nvSpPr>
            <p:cNvPr id="9" name="Rectangle 8"/>
            <p:cNvSpPr/>
            <p:nvPr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3E6336A-18F8-4D80-9AF9-77E7648203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367200"/>
            <a:ext cx="5718225" cy="612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4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400"/>
            </a:lvl2pPr>
            <a:lvl3pPr marL="361950" indent="-179388">
              <a:spcBef>
                <a:spcPts val="0"/>
              </a:spcBef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99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7E007C"/>
          </a:solidFill>
        </p:grpSpPr>
        <p:sp>
          <p:nvSpPr>
            <p:cNvPr id="16" name="Rectangle 15"/>
            <p:cNvSpPr/>
            <p:nvPr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367200"/>
            <a:ext cx="5718225" cy="612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4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400"/>
            </a:lvl2pPr>
            <a:lvl3pPr marL="361950" indent="-179388">
              <a:spcBef>
                <a:spcPts val="0"/>
              </a:spcBef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74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/Sidebar (Te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2D3C6D9-5B92-46CA-AE83-16A66D86BA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dirty="0"/>
            </a:lvl1pPr>
            <a:lvl2pPr marL="179388" indent="-179388">
              <a:buFont typeface="Arial" panose="020B0604020202020204" pitchFamily="34" charset="0"/>
              <a:buChar char="•"/>
              <a:defRPr sz="2000"/>
            </a:lvl2pPr>
            <a:lvl3pPr marL="444500" indent="-179388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Graphic 31">
            <a:extLst>
              <a:ext uri="{FF2B5EF4-FFF2-40B4-BE49-F238E27FC236}">
                <a16:creationId xmlns:a16="http://schemas.microsoft.com/office/drawing/2014/main" id="{C137772E-A02C-416A-B6B7-434446164F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64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/Sidebar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5030515"/>
            <a:ext cx="2361189" cy="132089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0" y="5379138"/>
            <a:ext cx="2746241" cy="1332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/>
        </p:nvGrpSpPr>
        <p:grpSpPr>
          <a:xfrm>
            <a:off x="2203017" y="4568506"/>
            <a:ext cx="2424152" cy="1401684"/>
            <a:chOff x="7799133" y="1870745"/>
            <a:chExt cx="1010349" cy="584292"/>
          </a:xfrm>
          <a:solidFill>
            <a:srgbClr val="F8D237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9380D84-17DB-4013-8F7F-A958631E1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dirty="0"/>
            </a:lvl1pPr>
            <a:lvl2pPr marL="179388" indent="-179388">
              <a:buFont typeface="Arial" panose="020B0604020202020204" pitchFamily="34" charset="0"/>
              <a:buChar char="•"/>
              <a:defRPr sz="2000"/>
            </a:lvl2pPr>
            <a:lvl3pPr marL="444500" indent="-179388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1B0F8889-E840-4462-83F0-03AB466D2A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01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/Sidebar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9F1720C-35BC-4529-9ED9-EE03C12C7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dirty="0"/>
            </a:lvl1pPr>
            <a:lvl2pPr marL="179388" indent="-179388">
              <a:buFont typeface="Arial" panose="020B0604020202020204" pitchFamily="34" charset="0"/>
              <a:buChar char="•"/>
              <a:defRPr sz="2000"/>
            </a:lvl2pPr>
            <a:lvl3pPr marL="444500" indent="-179388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23D1FFFC-42E7-4E11-A60A-B5F5093702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19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/Sidebar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/>
        </p:nvGrpSpPr>
        <p:grpSpPr>
          <a:xfrm>
            <a:off x="2327195" y="4606108"/>
            <a:ext cx="2293146" cy="1326143"/>
            <a:chOff x="7799133" y="1870745"/>
            <a:chExt cx="1010349" cy="584292"/>
          </a:xfrm>
          <a:solidFill>
            <a:srgbClr val="FF004C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Rectangle 2"/>
          <p:cNvSpPr/>
          <p:nvPr/>
        </p:nvSpPr>
        <p:spPr>
          <a:xfrm>
            <a:off x="-11069" y="5042941"/>
            <a:ext cx="2506981" cy="126517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0" y="5374222"/>
            <a:ext cx="2506981" cy="126000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045815D-5400-4B66-99D9-FCEA5B425E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dirty="0"/>
            </a:lvl1pPr>
            <a:lvl2pPr marL="179388" indent="-179388">
              <a:buFont typeface="Arial" panose="020B0604020202020204" pitchFamily="34" charset="0"/>
              <a:buChar char="•"/>
              <a:defRPr sz="2000"/>
            </a:lvl2pPr>
            <a:lvl3pPr marL="444500" indent="-179388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16DCE9A1-1DA3-421A-8863-F0523EAC8B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70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727389"/>
            <a:ext cx="3884023" cy="1758582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029573" y="1268340"/>
            <a:ext cx="7382347" cy="121763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82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3"/>
          <a:stretch/>
        </p:blipFill>
        <p:spPr>
          <a:xfrm rot="16200000">
            <a:off x="-1630516" y="2753391"/>
            <a:ext cx="5624513" cy="258470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500921" y="1233486"/>
            <a:ext cx="9315449" cy="1204914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all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635624" y="2617695"/>
            <a:ext cx="9180747" cy="3860894"/>
          </a:xfrm>
        </p:spPr>
        <p:txBody>
          <a:bodyPr>
            <a:noAutofit/>
          </a:bodyPr>
          <a:lstStyle>
            <a:lvl1pPr marL="270000" indent="-270000">
              <a:buFont typeface="Arial" panose="020B0604020202020204" pitchFamily="34" charset="0"/>
              <a:buChar char="•"/>
              <a:defRPr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/>
              <a:t>Text to sit here</a:t>
            </a:r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Text to sit here</a:t>
            </a:r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/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/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42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debar Arrow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none" baseline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2901950" cy="40941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8517222" y="1349984"/>
            <a:ext cx="2901950" cy="40941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38" y="4446884"/>
            <a:ext cx="4375225" cy="1964632"/>
          </a:xfrm>
          <a:prstGeom prst="rect">
            <a:avLst/>
          </a:prstGeom>
        </p:spPr>
      </p:pic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3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736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26274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520" y="650944"/>
            <a:ext cx="10108960" cy="1325563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C554F-2335-4EBA-A5CB-7E6DBA707ABC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853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C554F-2335-4EBA-A5CB-7E6DBA707AB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360218" y="1808163"/>
            <a:ext cx="11471564" cy="43926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6396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C554F-2335-4EBA-A5CB-7E6DBA707A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7877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C554F-2335-4EBA-A5CB-7E6DBA707AB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360218" y="1808164"/>
            <a:ext cx="5491942" cy="4392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4"/>
          <p:cNvSpPr>
            <a:spLocks noGrp="1"/>
          </p:cNvSpPr>
          <p:nvPr>
            <p:ph sz="quarter" idx="12"/>
          </p:nvPr>
        </p:nvSpPr>
        <p:spPr>
          <a:xfrm>
            <a:off x="6339840" y="1808164"/>
            <a:ext cx="5491942" cy="4392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84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8584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ue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1250" y="-1"/>
            <a:ext cx="5300749" cy="6887911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2400" b="1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8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69" r="-169"/>
          <a:stretch/>
        </p:blipFill>
        <p:spPr>
          <a:xfrm>
            <a:off x="349135" y="532015"/>
            <a:ext cx="2119745" cy="12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4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ue 2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5164" y="490450"/>
            <a:ext cx="6206836" cy="6388913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2400" b="1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7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69" r="-169"/>
          <a:stretch/>
        </p:blipFill>
        <p:spPr>
          <a:xfrm>
            <a:off x="349135" y="532015"/>
            <a:ext cx="2119745" cy="12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53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range 3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6444" y="498764"/>
            <a:ext cx="7395556" cy="6389146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2400" b="1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chemeClr val="bg1"/>
          </a:solidFill>
        </p:grpSpPr>
        <p:sp>
          <p:nvSpPr>
            <p:cNvPr id="10" name="Rectangle 9"/>
            <p:cNvSpPr/>
            <p:nvPr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7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69" r="-169"/>
          <a:stretch/>
        </p:blipFill>
        <p:spPr>
          <a:xfrm>
            <a:off x="349135" y="532015"/>
            <a:ext cx="2119745" cy="12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8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/>
        </p:nvGrpSpPr>
        <p:grpSpPr>
          <a:xfrm>
            <a:off x="3297651" y="2366578"/>
            <a:ext cx="7767721" cy="4491421"/>
            <a:chOff x="7799133" y="1870745"/>
            <a:chExt cx="1010349" cy="584292"/>
          </a:xfrm>
          <a:solidFill>
            <a:srgbClr val="004050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/>
          <p:cNvSpPr/>
          <p:nvPr/>
        </p:nvSpPr>
        <p:spPr>
          <a:xfrm>
            <a:off x="-1" y="3844205"/>
            <a:ext cx="8314267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-10132" y="4967139"/>
            <a:ext cx="8324398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719761" cy="1988032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  <a:endParaRPr lang="en-GB" noProof="0"/>
          </a:p>
        </p:txBody>
      </p:sp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61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1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981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/>
        </p:nvSpPr>
        <p:spPr>
          <a:xfrm flipV="1">
            <a:off x="0" y="234950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7" name="Rectangle 6"/>
          <p:cNvSpPr/>
          <p:nvPr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6"/>
            <a:ext cx="5719761" cy="232487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  <a:endParaRPr lang="en-GB" noProof="0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47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51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range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/>
        </p:nvGrpSpPr>
        <p:grpSpPr>
          <a:xfrm>
            <a:off x="3297651" y="2366578"/>
            <a:ext cx="7767721" cy="4491421"/>
            <a:chOff x="7799133" y="1870745"/>
            <a:chExt cx="1010349" cy="584292"/>
          </a:xfrm>
          <a:solidFill>
            <a:srgbClr val="F8D237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/>
          <p:cNvSpPr/>
          <p:nvPr/>
        </p:nvSpPr>
        <p:spPr>
          <a:xfrm>
            <a:off x="-1" y="3841786"/>
            <a:ext cx="8212667" cy="4320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-10132" y="4965471"/>
            <a:ext cx="8146316" cy="4320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753935" cy="198636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  <a:endParaRPr lang="en-GB" noProof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99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80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/>
        </p:nvSpPr>
        <p:spPr>
          <a:xfrm>
            <a:off x="-609" y="2349500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1555200"/>
            <a:ext cx="5719762" cy="2752640"/>
          </a:xfr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lang="en-GB" sz="3600" spc="6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025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981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7" y="116954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2294314"/>
            <a:ext cx="9545652" cy="406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7515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8D0C8389-FDB6-4FEF-99AD-18501FB37A7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3B611D-7B8F-B64E-B297-6F15D8AC0F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9F936A6-C45C-DE4D-B127-38C5B78DBD5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idebar Arrow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none" baseline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2901950" cy="40941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8517222" y="1349984"/>
            <a:ext cx="2901950" cy="40941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38" y="4446884"/>
            <a:ext cx="4375225" cy="1964632"/>
          </a:xfrm>
          <a:prstGeom prst="rect">
            <a:avLst/>
          </a:prstGeom>
        </p:spPr>
      </p:pic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63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8D0C8389-FDB6-4FEF-99AD-18501FB37A7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90696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597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Subtitle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739A6D-6527-DCD0-F106-CD85BC4E64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5" name="Graphic 29">
            <a:extLst>
              <a:ext uri="{FF2B5EF4-FFF2-40B4-BE49-F238E27FC236}">
                <a16:creationId xmlns:a16="http://schemas.microsoft.com/office/drawing/2014/main" id="{B5081B2A-1939-2FE9-9134-3E88D69B2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94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02 Section Divider">
    <p:bg>
      <p:bgPr>
        <a:solidFill>
          <a:srgbClr val="004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7071966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4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724B3C1-1C9A-478C-8A84-BF65A5201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239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4" y="3089654"/>
            <a:ext cx="70752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831387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5_Activity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sp>
        <p:nvSpPr>
          <p:cNvPr id="3" name="Freeform 9">
            <a:extLst>
              <a:ext uri="{FF2B5EF4-FFF2-40B4-BE49-F238E27FC236}">
                <a16:creationId xmlns:a16="http://schemas.microsoft.com/office/drawing/2014/main" id="{5E01AF8B-99A4-8B1A-197E-2B60A4EA96AD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896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6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/>
            </a:lvl1pPr>
            <a:lvl2pPr marL="355600" indent="-266700">
              <a:buFont typeface="Arial" panose="020B0604020202020204" pitchFamily="34" charset="0"/>
              <a:buChar char="•"/>
              <a:defRPr/>
            </a:lvl2pPr>
            <a:lvl3pPr marL="355600" indent="-266700">
              <a:buFont typeface="Arial" panose="020B0604020202020204" pitchFamily="34" charset="0"/>
              <a:buChar char="•"/>
              <a:defRPr/>
            </a:lvl3pPr>
            <a:lvl4pPr marL="355600" indent="-266700">
              <a:buFont typeface="Arial" panose="020B0604020202020204" pitchFamily="34" charset="0"/>
              <a:buChar char="•"/>
              <a:defRPr/>
            </a:lvl4pPr>
            <a:lvl5pPr marL="355600" indent="-2667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39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D830DC-51C5-9942-A493-B12CAF5C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20627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_an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Title and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1C84F-FA00-760C-9892-965ECF8CB0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1199" y="1816100"/>
            <a:ext cx="10642601" cy="451961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09988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9613" y="1556247"/>
            <a:ext cx="681427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  <a:endParaRPr lang="en-GB" noProof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6713EE-F8E0-FEBB-5984-7D32C29DD863}"/>
              </a:ext>
            </a:extLst>
          </p:cNvPr>
          <p:cNvGrpSpPr/>
          <p:nvPr/>
        </p:nvGrpSpPr>
        <p:grpSpPr>
          <a:xfrm>
            <a:off x="3297651" y="2366578"/>
            <a:ext cx="7767721" cy="4491421"/>
            <a:chOff x="7799133" y="1870745"/>
            <a:chExt cx="1010349" cy="584292"/>
          </a:xfrm>
          <a:solidFill>
            <a:srgbClr val="004050"/>
          </a:solidFill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683C3096-CE35-79CE-F533-C1D96DDBAA65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E4AC12AE-1AA7-3533-7A30-6D9D07F39AC1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" name="Freeform 12">
              <a:extLst>
                <a:ext uri="{FF2B5EF4-FFF2-40B4-BE49-F238E27FC236}">
                  <a16:creationId xmlns:a16="http://schemas.microsoft.com/office/drawing/2014/main" id="{DF18333E-26C0-043C-3707-D9A030CE7938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67C661D-4CC8-AEEA-F5C9-42552025570A}"/>
              </a:ext>
            </a:extLst>
          </p:cNvPr>
          <p:cNvSpPr/>
          <p:nvPr/>
        </p:nvSpPr>
        <p:spPr>
          <a:xfrm>
            <a:off x="-1" y="3844205"/>
            <a:ext cx="8314267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BBFF0-95C5-E70F-07D4-E041AA181ED5}"/>
              </a:ext>
            </a:extLst>
          </p:cNvPr>
          <p:cNvSpPr/>
          <p:nvPr/>
        </p:nvSpPr>
        <p:spPr>
          <a:xfrm>
            <a:off x="-10132" y="4967139"/>
            <a:ext cx="8324398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148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002023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07332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3"/>
          <p:cNvSpPr>
            <a:spLocks noGrp="1"/>
          </p:cNvSpPr>
          <p:nvPr>
            <p:ph type="title"/>
          </p:nvPr>
        </p:nvSpPr>
        <p:spPr>
          <a:xfrm>
            <a:off x="769600" y="438149"/>
            <a:ext cx="9126000" cy="626400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>
              <a:defRPr baseline="0">
                <a:solidFill>
                  <a:srgbClr val="00519C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769600" y="1230988"/>
            <a:ext cx="11049200" cy="5130200"/>
          </a:xfrm>
        </p:spPr>
        <p:txBody>
          <a:bodyPr>
            <a:noAutofit/>
          </a:bodyPr>
          <a:lstStyle>
            <a:lvl1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 b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baseline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baseline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baseline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baseline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Slide Number Placeholder 5"/>
          <p:cNvSpPr txBox="1">
            <a:spLocks/>
          </p:cNvSpPr>
          <p:nvPr/>
        </p:nvSpPr>
        <p:spPr>
          <a:xfrm>
            <a:off x="9034596" y="645704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ABFB6-A9C6-4619-9721-3B608E8ED143}" type="slidenum">
              <a:rPr kumimoji="0" lang="en-GB" sz="16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3926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A Template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39184" y="884260"/>
            <a:ext cx="11667067" cy="5608616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9184" y="333375"/>
            <a:ext cx="11667067" cy="50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BAA"/>
                </a:solidFill>
              </a:defRPr>
            </a:lvl1pPr>
          </a:lstStyle>
          <a:p>
            <a:pPr lvl="0"/>
            <a:r>
              <a:rPr lang="en-US"/>
              <a:t>Edit 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0"/>
            <a:ext cx="8015817" cy="2612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Module heading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285728"/>
            <a:ext cx="12192000" cy="0"/>
          </a:xfrm>
          <a:prstGeom prst="line">
            <a:avLst/>
          </a:prstGeom>
          <a:ln>
            <a:solidFill>
              <a:srgbClr val="0049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8123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ain Welcome">
    <p:bg>
      <p:bgPr>
        <a:solidFill>
          <a:srgbClr val="004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027" y="536783"/>
            <a:ext cx="2127213" cy="1197621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237213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800" b="1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24705" y="5237213"/>
            <a:ext cx="3978275" cy="1255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1" cap="none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Trainer name, job title, certifications, email…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856395"/>
            <a:ext cx="7552267" cy="1399822"/>
          </a:xfrm>
          <a:prstGeom prst="rect">
            <a:avLst/>
          </a:prstGeom>
        </p:spPr>
      </p:pic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 rot="1022761">
            <a:off x="8194571" y="1546240"/>
            <a:ext cx="3013382" cy="301338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543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Refresh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15D5F177-4EB0-4466-A9EE-2E51D9CE69F7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63525" y="365125"/>
            <a:ext cx="3671888" cy="373685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706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Mater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3525" y="365125"/>
            <a:ext cx="3671887" cy="373685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42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Fire Ex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263525" y="365125"/>
            <a:ext cx="3671888" cy="373685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530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994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4790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9714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623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Divider_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3"/>
            <a:ext cx="5619141" cy="1905822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3892131" y="0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1" y="1562470"/>
            <a:ext cx="8120062" cy="5796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8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9847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eal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rgbClr val="004050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MODULE: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/>
              <a:t>Click to edit topics/subtitle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007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29">
          <p15:clr>
            <a:srgbClr val="FBAE40"/>
          </p15:clr>
        </p15:guide>
        <p15:guide id="2" orient="horz" pos="210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2024">
          <p15:clr>
            <a:srgbClr val="FBAE40"/>
          </p15:clr>
        </p15:guide>
        <p15:guide id="5" orient="horz" pos="2228">
          <p15:clr>
            <a:srgbClr val="FBAE40"/>
          </p15:clr>
        </p15:guide>
        <p15:guide id="6" pos="7446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39AB15F-03B0-4706-83CA-17272774B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23A4B77-1686-450D-9C67-51B65F1B87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7" y="1349986"/>
            <a:ext cx="6770688" cy="51194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GB"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5295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ue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rgbClr val="004050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MODULE: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/>
              <a:t>Click to edit module topics</a:t>
            </a:r>
          </a:p>
        </p:txBody>
      </p:sp>
    </p:spTree>
    <p:extLst>
      <p:ext uri="{BB962C8B-B14F-4D97-AF65-F5344CB8AC3E}">
        <p14:creationId xmlns:p14="http://schemas.microsoft.com/office/powerpoint/2010/main" val="3761951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26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Orange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MODULE: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module topics</a:t>
            </a:r>
          </a:p>
        </p:txBody>
      </p:sp>
    </p:spTree>
    <p:extLst>
      <p:ext uri="{BB962C8B-B14F-4D97-AF65-F5344CB8AC3E}">
        <p14:creationId xmlns:p14="http://schemas.microsoft.com/office/powerpoint/2010/main" val="1462605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87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Purple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MODULE: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module topics</a:t>
            </a:r>
          </a:p>
        </p:txBody>
      </p:sp>
    </p:spTree>
    <p:extLst>
      <p:ext uri="{BB962C8B-B14F-4D97-AF65-F5344CB8AC3E}">
        <p14:creationId xmlns:p14="http://schemas.microsoft.com/office/powerpoint/2010/main" val="2025242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E8967D6-25B5-4098-82D9-0802D22193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473597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ext/Sidebar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5030515"/>
            <a:ext cx="2361189" cy="132089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0" y="5379138"/>
            <a:ext cx="2746241" cy="1332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/>
        </p:nvGrpSpPr>
        <p:grpSpPr>
          <a:xfrm>
            <a:off x="2203017" y="4568506"/>
            <a:ext cx="2424152" cy="1401684"/>
            <a:chOff x="7799133" y="1870745"/>
            <a:chExt cx="1010349" cy="584292"/>
          </a:xfrm>
          <a:solidFill>
            <a:srgbClr val="F8D237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9380D84-17DB-4013-8F7F-A958631E1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dirty="0"/>
            </a:lvl1pPr>
            <a:lvl2pPr marL="179388" indent="-179388">
              <a:buFont typeface="Arial" panose="020B0604020202020204" pitchFamily="34" charset="0"/>
              <a:buChar char="•"/>
              <a:defRPr sz="2000"/>
            </a:lvl2pPr>
            <a:lvl3pPr marL="444500" indent="-179388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1B0F8889-E840-4462-83F0-03AB466D2A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57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29" b="0" i="0" u="none" strike="noStrike" kern="1200" cap="none" spc="0" normalizeH="0" baseline="0" noProof="0" dirty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4" y="343368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3748007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435268"/>
            <a:ext cx="4722378" cy="162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30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Purple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1913664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1119364"/>
            <a:ext cx="5719762" cy="2752640"/>
          </a:xfr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lang="en-GB" sz="3600" spc="6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76061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981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/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9746"/>
            <a:ext cx="6604609" cy="6858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7" r="12445"/>
          <a:stretch/>
        </p:blipFill>
        <p:spPr>
          <a:xfrm>
            <a:off x="7097178" y="0"/>
            <a:ext cx="5106217" cy="56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88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/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358637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ousekeep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948F714-4D77-CD42-BD58-84592393B6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364733473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Meet &amp; Gre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757463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CD9ABD-8C57-4882-866C-BC056D75778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18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/>
        </p:nvGrpSpPr>
        <p:grpSpPr>
          <a:xfrm>
            <a:off x="3297653" y="2366579"/>
            <a:ext cx="7767721" cy="4491421"/>
            <a:chOff x="7799133" y="1870745"/>
            <a:chExt cx="1010349" cy="584292"/>
          </a:xfrm>
          <a:solidFill>
            <a:schemeClr val="accent3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1169541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2" name="Rectangle 1"/>
          <p:cNvSpPr/>
          <p:nvPr/>
        </p:nvSpPr>
        <p:spPr>
          <a:xfrm>
            <a:off x="0" y="3843795"/>
            <a:ext cx="8229600" cy="4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Rectangle 13"/>
          <p:cNvSpPr/>
          <p:nvPr/>
        </p:nvSpPr>
        <p:spPr>
          <a:xfrm>
            <a:off x="-10131" y="4967139"/>
            <a:ext cx="8239732" cy="4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3686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/>
        </p:nvSpPr>
        <p:spPr>
          <a:xfrm>
            <a:off x="-476898" y="-23149"/>
            <a:ext cx="10532124" cy="4160144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991775"/>
            <a:ext cx="5627171" cy="1996915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2772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0F3F7-97AF-B146-9607-EBE029AF2969}"/>
              </a:ext>
            </a:extLst>
          </p:cNvPr>
          <p:cNvGrpSpPr/>
          <p:nvPr/>
        </p:nvGrpSpPr>
        <p:grpSpPr>
          <a:xfrm>
            <a:off x="-15598" y="2769835"/>
            <a:ext cx="9506731" cy="4129712"/>
            <a:chOff x="1797250" y="3059102"/>
            <a:chExt cx="1632958" cy="495300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21023A-474B-0144-A46E-6891F7EACBA3}"/>
                </a:ext>
              </a:extLst>
            </p:cNvPr>
            <p:cNvSpPr/>
            <p:nvPr/>
          </p:nvSpPr>
          <p:spPr>
            <a:xfrm>
              <a:off x="3074608" y="3059102"/>
              <a:ext cx="355600" cy="495300"/>
            </a:xfrm>
            <a:custGeom>
              <a:avLst/>
              <a:gdLst>
                <a:gd name="connsiteX0" fmla="*/ 0 w 355600"/>
                <a:gd name="connsiteY0" fmla="*/ 137 h 495300"/>
                <a:gd name="connsiteX1" fmla="*/ 125667 w 355600"/>
                <a:gd name="connsiteY1" fmla="*/ 211148 h 495300"/>
                <a:gd name="connsiteX2" fmla="*/ 0 w 355600"/>
                <a:gd name="connsiteY2" fmla="*/ 211148 h 495300"/>
                <a:gd name="connsiteX3" fmla="*/ 0 w 355600"/>
                <a:gd name="connsiteY3" fmla="*/ 287792 h 495300"/>
                <a:gd name="connsiteX4" fmla="*/ 125730 w 355600"/>
                <a:gd name="connsiteY4" fmla="*/ 287792 h 495300"/>
                <a:gd name="connsiteX5" fmla="*/ 317 w 355600"/>
                <a:gd name="connsiteY5" fmla="*/ 498358 h 495300"/>
                <a:gd name="connsiteX6" fmla="*/ 49022 w 355600"/>
                <a:gd name="connsiteY6" fmla="*/ 498358 h 495300"/>
                <a:gd name="connsiteX7" fmla="*/ 59627 w 355600"/>
                <a:gd name="connsiteY7" fmla="*/ 492961 h 495300"/>
                <a:gd name="connsiteX8" fmla="*/ 284036 w 355600"/>
                <a:gd name="connsiteY8" fmla="*/ 300746 h 495300"/>
                <a:gd name="connsiteX9" fmla="*/ 350583 w 355600"/>
                <a:gd name="connsiteY9" fmla="*/ 271727 h 495300"/>
                <a:gd name="connsiteX10" fmla="*/ 359410 w 355600"/>
                <a:gd name="connsiteY10" fmla="*/ 259027 h 495300"/>
                <a:gd name="connsiteX11" fmla="*/ 359410 w 355600"/>
                <a:gd name="connsiteY11" fmla="*/ 236040 h 495300"/>
                <a:gd name="connsiteX12" fmla="*/ 353886 w 355600"/>
                <a:gd name="connsiteY12" fmla="*/ 227658 h 495300"/>
                <a:gd name="connsiteX13" fmla="*/ 310007 w 355600"/>
                <a:gd name="connsiteY13" fmla="*/ 209624 h 495300"/>
                <a:gd name="connsiteX14" fmla="*/ 167005 w 355600"/>
                <a:gd name="connsiteY14" fmla="*/ 122248 h 495300"/>
                <a:gd name="connsiteX15" fmla="*/ 59055 w 355600"/>
                <a:gd name="connsiteY15" fmla="*/ 5027 h 495300"/>
                <a:gd name="connsiteX16" fmla="*/ 52705 w 355600"/>
                <a:gd name="connsiteY16" fmla="*/ 264 h 495300"/>
                <a:gd name="connsiteX17" fmla="*/ 0 w 355600"/>
                <a:gd name="connsiteY17" fmla="*/ 137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495300">
                  <a:moveTo>
                    <a:pt x="0" y="137"/>
                  </a:moveTo>
                  <a:cubicBezTo>
                    <a:pt x="26861" y="79512"/>
                    <a:pt x="69850" y="147648"/>
                    <a:pt x="125667" y="211148"/>
                  </a:cubicBezTo>
                  <a:lnTo>
                    <a:pt x="0" y="211148"/>
                  </a:lnTo>
                  <a:lnTo>
                    <a:pt x="0" y="287792"/>
                  </a:lnTo>
                  <a:lnTo>
                    <a:pt x="125730" y="287792"/>
                  </a:lnTo>
                  <a:cubicBezTo>
                    <a:pt x="70295" y="350784"/>
                    <a:pt x="27051" y="419110"/>
                    <a:pt x="317" y="498358"/>
                  </a:cubicBezTo>
                  <a:cubicBezTo>
                    <a:pt x="17463" y="498358"/>
                    <a:pt x="33274" y="498358"/>
                    <a:pt x="49022" y="498358"/>
                  </a:cubicBezTo>
                  <a:cubicBezTo>
                    <a:pt x="53300" y="498747"/>
                    <a:pt x="57423" y="496649"/>
                    <a:pt x="59627" y="492961"/>
                  </a:cubicBezTo>
                  <a:cubicBezTo>
                    <a:pt x="116948" y="410922"/>
                    <a:pt x="194164" y="344783"/>
                    <a:pt x="284036" y="300746"/>
                  </a:cubicBezTo>
                  <a:cubicBezTo>
                    <a:pt x="305626" y="289951"/>
                    <a:pt x="328486" y="280998"/>
                    <a:pt x="350583" y="271727"/>
                  </a:cubicBezTo>
                  <a:cubicBezTo>
                    <a:pt x="356933" y="269187"/>
                    <a:pt x="360236" y="266647"/>
                    <a:pt x="359410" y="259027"/>
                  </a:cubicBezTo>
                  <a:cubicBezTo>
                    <a:pt x="358838" y="251375"/>
                    <a:pt x="358838" y="243691"/>
                    <a:pt x="359410" y="236040"/>
                  </a:cubicBezTo>
                  <a:cubicBezTo>
                    <a:pt x="360020" y="232236"/>
                    <a:pt x="357622" y="228597"/>
                    <a:pt x="353886" y="227658"/>
                  </a:cubicBezTo>
                  <a:cubicBezTo>
                    <a:pt x="339154" y="221943"/>
                    <a:pt x="324485" y="216037"/>
                    <a:pt x="310007" y="209624"/>
                  </a:cubicBezTo>
                  <a:cubicBezTo>
                    <a:pt x="258591" y="187132"/>
                    <a:pt x="210481" y="157736"/>
                    <a:pt x="167005" y="122248"/>
                  </a:cubicBezTo>
                  <a:cubicBezTo>
                    <a:pt x="125940" y="88179"/>
                    <a:pt x="89633" y="48753"/>
                    <a:pt x="59055" y="5027"/>
                  </a:cubicBezTo>
                  <a:cubicBezTo>
                    <a:pt x="57595" y="2995"/>
                    <a:pt x="54991" y="264"/>
                    <a:pt x="52705" y="264"/>
                  </a:cubicBezTo>
                  <a:cubicBezTo>
                    <a:pt x="35623" y="-244"/>
                    <a:pt x="18542" y="137"/>
                    <a:pt x="0" y="137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125A82-9F1E-D544-A9D5-8EBBE0CE98CB}"/>
                </a:ext>
              </a:extLst>
            </p:cNvPr>
            <p:cNvSpPr/>
            <p:nvPr/>
          </p:nvSpPr>
          <p:spPr>
            <a:xfrm>
              <a:off x="2857184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FA2485-BE37-EB43-82FC-44BC6A521F28}"/>
                </a:ext>
              </a:extLst>
            </p:cNvPr>
            <p:cNvSpPr/>
            <p:nvPr/>
          </p:nvSpPr>
          <p:spPr>
            <a:xfrm>
              <a:off x="2639443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423289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214610" y="3272845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005930" y="3275186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1797250" y="3277527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061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4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/>
        </p:nvSpPr>
        <p:spPr>
          <a:xfrm>
            <a:off x="3892133" y="1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2" name="Rectangle 1"/>
          <p:cNvSpPr/>
          <p:nvPr/>
        </p:nvSpPr>
        <p:spPr>
          <a:xfrm>
            <a:off x="2" y="1562471"/>
            <a:ext cx="8120063" cy="57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6147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B11C077-9A8E-2F4A-B187-45707B1D3828}"/>
              </a:ext>
            </a:extLst>
          </p:cNvPr>
          <p:cNvSpPr/>
          <p:nvPr/>
        </p:nvSpPr>
        <p:spPr>
          <a:xfrm>
            <a:off x="-100361" y="2216289"/>
            <a:ext cx="11411496" cy="5526323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26787851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342302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B8D502C-1FF9-3D42-ACFF-5BBCD5236A27}"/>
              </a:ext>
            </a:extLst>
          </p:cNvPr>
          <p:cNvSpPr/>
          <p:nvPr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</p:spTree>
    <p:extLst>
      <p:ext uri="{BB962C8B-B14F-4D97-AF65-F5344CB8AC3E}">
        <p14:creationId xmlns:p14="http://schemas.microsoft.com/office/powerpoint/2010/main" val="20480533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56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35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056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08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4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28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9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644423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9930038-7324-754A-9850-A216F52D7E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585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DF1ACB8-AF73-DE42-B25D-407198650B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1439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45BD70D-705E-6C48-85F0-2B8B8D29C2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721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1090407-4F3B-F847-A7AB-C8C0EFB28A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5404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49C0454-8721-7947-A56E-58D569350C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7744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98B0132-AE9F-DA4C-9229-D8371E10A7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899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053896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43935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46C840F-99B2-8C4C-A37D-F1F388F0C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4637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88241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39C13B6-7320-8544-8C3F-972BE573F6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2195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91069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032C547-F94C-1241-9D31-1F73ADBB24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5088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10865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98D41BD-7B3B-1742-B394-CDE3B9E03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157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E2A682AD-D487-474A-ACC8-8097477C31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9188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06228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7A21872-726D-FD41-8C44-AEDB5C0435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471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 0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/>
        </p:nvSpPr>
        <p:spPr>
          <a:xfrm>
            <a:off x="1284514" y="377546"/>
            <a:ext cx="5336420" cy="6147015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965818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- White /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7" r="12445"/>
          <a:stretch/>
        </p:blipFill>
        <p:spPr>
          <a:xfrm>
            <a:off x="7097178" y="0"/>
            <a:ext cx="5106217" cy="563746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184910-58FA-4EFA-A539-4B89BFCDC9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FB43B3-B490-477F-9165-5EA7092C40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58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- White /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15000"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40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131894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093778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ousekeeping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C7927F0-0060-E641-9DF6-FBEA1036D2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144457739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Housekeep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63AF44A-1995-DE4D-9A46-5A2394C80A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57057981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et &amp; Greet 2">
    <p:bg>
      <p:bgPr>
        <a:solidFill>
          <a:srgbClr val="E8CC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995ECC-57F0-414E-B59C-F055BAC9DFC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84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Meet &amp; Greet 2">
    <p:bg>
      <p:bgPr>
        <a:solidFill>
          <a:srgbClr val="FF6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2B12B-0209-4F2C-B3BB-EE716467123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56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/>
        </p:nvGrpSpPr>
        <p:grpSpPr>
          <a:xfrm>
            <a:off x="3297653" y="2366579"/>
            <a:ext cx="7767721" cy="4491421"/>
            <a:chOff x="7799133" y="1870745"/>
            <a:chExt cx="1010349" cy="584292"/>
          </a:xfrm>
          <a:solidFill>
            <a:schemeClr val="accent6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1169541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2" name="Rectangle 1"/>
          <p:cNvSpPr/>
          <p:nvPr/>
        </p:nvSpPr>
        <p:spPr>
          <a:xfrm>
            <a:off x="0" y="3843795"/>
            <a:ext cx="8229600" cy="4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Rectangle 13"/>
          <p:cNvSpPr/>
          <p:nvPr/>
        </p:nvSpPr>
        <p:spPr>
          <a:xfrm>
            <a:off x="-10131" y="4967139"/>
            <a:ext cx="8239732" cy="4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4549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/>
        </p:nvSpPr>
        <p:spPr>
          <a:xfrm>
            <a:off x="-476898" y="-23149"/>
            <a:ext cx="10532124" cy="4160144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991775"/>
            <a:ext cx="5627171" cy="1996915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5150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0F3F7-97AF-B146-9607-EBE029AF2969}"/>
              </a:ext>
            </a:extLst>
          </p:cNvPr>
          <p:cNvGrpSpPr/>
          <p:nvPr/>
        </p:nvGrpSpPr>
        <p:grpSpPr>
          <a:xfrm>
            <a:off x="-15598" y="2769835"/>
            <a:ext cx="9506731" cy="4129712"/>
            <a:chOff x="1797250" y="3059102"/>
            <a:chExt cx="1632958" cy="495300"/>
          </a:xfrm>
          <a:solidFill>
            <a:schemeClr val="accent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21023A-474B-0144-A46E-6891F7EACBA3}"/>
                </a:ext>
              </a:extLst>
            </p:cNvPr>
            <p:cNvSpPr/>
            <p:nvPr/>
          </p:nvSpPr>
          <p:spPr>
            <a:xfrm>
              <a:off x="3074608" y="3059102"/>
              <a:ext cx="355600" cy="495300"/>
            </a:xfrm>
            <a:custGeom>
              <a:avLst/>
              <a:gdLst>
                <a:gd name="connsiteX0" fmla="*/ 0 w 355600"/>
                <a:gd name="connsiteY0" fmla="*/ 137 h 495300"/>
                <a:gd name="connsiteX1" fmla="*/ 125667 w 355600"/>
                <a:gd name="connsiteY1" fmla="*/ 211148 h 495300"/>
                <a:gd name="connsiteX2" fmla="*/ 0 w 355600"/>
                <a:gd name="connsiteY2" fmla="*/ 211148 h 495300"/>
                <a:gd name="connsiteX3" fmla="*/ 0 w 355600"/>
                <a:gd name="connsiteY3" fmla="*/ 287792 h 495300"/>
                <a:gd name="connsiteX4" fmla="*/ 125730 w 355600"/>
                <a:gd name="connsiteY4" fmla="*/ 287792 h 495300"/>
                <a:gd name="connsiteX5" fmla="*/ 317 w 355600"/>
                <a:gd name="connsiteY5" fmla="*/ 498358 h 495300"/>
                <a:gd name="connsiteX6" fmla="*/ 49022 w 355600"/>
                <a:gd name="connsiteY6" fmla="*/ 498358 h 495300"/>
                <a:gd name="connsiteX7" fmla="*/ 59627 w 355600"/>
                <a:gd name="connsiteY7" fmla="*/ 492961 h 495300"/>
                <a:gd name="connsiteX8" fmla="*/ 284036 w 355600"/>
                <a:gd name="connsiteY8" fmla="*/ 300746 h 495300"/>
                <a:gd name="connsiteX9" fmla="*/ 350583 w 355600"/>
                <a:gd name="connsiteY9" fmla="*/ 271727 h 495300"/>
                <a:gd name="connsiteX10" fmla="*/ 359410 w 355600"/>
                <a:gd name="connsiteY10" fmla="*/ 259027 h 495300"/>
                <a:gd name="connsiteX11" fmla="*/ 359410 w 355600"/>
                <a:gd name="connsiteY11" fmla="*/ 236040 h 495300"/>
                <a:gd name="connsiteX12" fmla="*/ 353886 w 355600"/>
                <a:gd name="connsiteY12" fmla="*/ 227658 h 495300"/>
                <a:gd name="connsiteX13" fmla="*/ 310007 w 355600"/>
                <a:gd name="connsiteY13" fmla="*/ 209624 h 495300"/>
                <a:gd name="connsiteX14" fmla="*/ 167005 w 355600"/>
                <a:gd name="connsiteY14" fmla="*/ 122248 h 495300"/>
                <a:gd name="connsiteX15" fmla="*/ 59055 w 355600"/>
                <a:gd name="connsiteY15" fmla="*/ 5027 h 495300"/>
                <a:gd name="connsiteX16" fmla="*/ 52705 w 355600"/>
                <a:gd name="connsiteY16" fmla="*/ 264 h 495300"/>
                <a:gd name="connsiteX17" fmla="*/ 0 w 355600"/>
                <a:gd name="connsiteY17" fmla="*/ 137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495300">
                  <a:moveTo>
                    <a:pt x="0" y="137"/>
                  </a:moveTo>
                  <a:cubicBezTo>
                    <a:pt x="26861" y="79512"/>
                    <a:pt x="69850" y="147648"/>
                    <a:pt x="125667" y="211148"/>
                  </a:cubicBezTo>
                  <a:lnTo>
                    <a:pt x="0" y="211148"/>
                  </a:lnTo>
                  <a:lnTo>
                    <a:pt x="0" y="287792"/>
                  </a:lnTo>
                  <a:lnTo>
                    <a:pt x="125730" y="287792"/>
                  </a:lnTo>
                  <a:cubicBezTo>
                    <a:pt x="70295" y="350784"/>
                    <a:pt x="27051" y="419110"/>
                    <a:pt x="317" y="498358"/>
                  </a:cubicBezTo>
                  <a:cubicBezTo>
                    <a:pt x="17463" y="498358"/>
                    <a:pt x="33274" y="498358"/>
                    <a:pt x="49022" y="498358"/>
                  </a:cubicBezTo>
                  <a:cubicBezTo>
                    <a:pt x="53300" y="498747"/>
                    <a:pt x="57423" y="496649"/>
                    <a:pt x="59627" y="492961"/>
                  </a:cubicBezTo>
                  <a:cubicBezTo>
                    <a:pt x="116948" y="410922"/>
                    <a:pt x="194164" y="344783"/>
                    <a:pt x="284036" y="300746"/>
                  </a:cubicBezTo>
                  <a:cubicBezTo>
                    <a:pt x="305626" y="289951"/>
                    <a:pt x="328486" y="280998"/>
                    <a:pt x="350583" y="271727"/>
                  </a:cubicBezTo>
                  <a:cubicBezTo>
                    <a:pt x="356933" y="269187"/>
                    <a:pt x="360236" y="266647"/>
                    <a:pt x="359410" y="259027"/>
                  </a:cubicBezTo>
                  <a:cubicBezTo>
                    <a:pt x="358838" y="251375"/>
                    <a:pt x="358838" y="243691"/>
                    <a:pt x="359410" y="236040"/>
                  </a:cubicBezTo>
                  <a:cubicBezTo>
                    <a:pt x="360020" y="232236"/>
                    <a:pt x="357622" y="228597"/>
                    <a:pt x="353886" y="227658"/>
                  </a:cubicBezTo>
                  <a:cubicBezTo>
                    <a:pt x="339154" y="221943"/>
                    <a:pt x="324485" y="216037"/>
                    <a:pt x="310007" y="209624"/>
                  </a:cubicBezTo>
                  <a:cubicBezTo>
                    <a:pt x="258591" y="187132"/>
                    <a:pt x="210481" y="157736"/>
                    <a:pt x="167005" y="122248"/>
                  </a:cubicBezTo>
                  <a:cubicBezTo>
                    <a:pt x="125940" y="88179"/>
                    <a:pt x="89633" y="48753"/>
                    <a:pt x="59055" y="5027"/>
                  </a:cubicBezTo>
                  <a:cubicBezTo>
                    <a:pt x="57595" y="2995"/>
                    <a:pt x="54991" y="264"/>
                    <a:pt x="52705" y="264"/>
                  </a:cubicBezTo>
                  <a:cubicBezTo>
                    <a:pt x="35623" y="-244"/>
                    <a:pt x="18542" y="137"/>
                    <a:pt x="0" y="137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125A82-9F1E-D544-A9D5-8EBBE0CE98CB}"/>
                </a:ext>
              </a:extLst>
            </p:cNvPr>
            <p:cNvSpPr/>
            <p:nvPr/>
          </p:nvSpPr>
          <p:spPr>
            <a:xfrm>
              <a:off x="2857184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FA2485-BE37-EB43-82FC-44BC6A521F28}"/>
                </a:ext>
              </a:extLst>
            </p:cNvPr>
            <p:cNvSpPr/>
            <p:nvPr/>
          </p:nvSpPr>
          <p:spPr>
            <a:xfrm>
              <a:off x="2639443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423289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214610" y="3272845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005930" y="3275186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1797250" y="3277527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41727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4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/>
        </p:nvSpPr>
        <p:spPr>
          <a:xfrm>
            <a:off x="3892133" y="1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2" name="Rectangle 1"/>
          <p:cNvSpPr/>
          <p:nvPr/>
        </p:nvSpPr>
        <p:spPr>
          <a:xfrm>
            <a:off x="2" y="1562471"/>
            <a:ext cx="8120063" cy="579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0661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B11C077-9A8E-2F4A-B187-45707B1D3828}"/>
              </a:ext>
            </a:extLst>
          </p:cNvPr>
          <p:cNvSpPr/>
          <p:nvPr/>
        </p:nvSpPr>
        <p:spPr>
          <a:xfrm>
            <a:off x="-100361" y="2216289"/>
            <a:ext cx="11411496" cy="5526323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227025241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6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342302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B8D502C-1FF9-3D42-ACFF-5BBCD5236A27}"/>
              </a:ext>
            </a:extLst>
          </p:cNvPr>
          <p:cNvSpPr/>
          <p:nvPr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</p:spTree>
    <p:extLst>
      <p:ext uri="{BB962C8B-B14F-4D97-AF65-F5344CB8AC3E}">
        <p14:creationId xmlns:p14="http://schemas.microsoft.com/office/powerpoint/2010/main" val="18393630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008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50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89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17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966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85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55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768294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719BA34-23BB-1044-9AD7-64A0FC498A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7770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03A16D8-C47D-2646-8D74-7305970A0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7651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9CE94EC-D689-0844-B168-B5C04CE105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5342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D1907F4-B2E5-E241-8CFF-3C1A5962F4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6890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A35AD87-FF52-FA40-A269-A1F35A25AE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8631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92D96B5-6708-5946-B56D-48C7C909EB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595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527799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363942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ADBD2A6-9D59-8A42-B712-28AECE5544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7100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9795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425D0E0-656F-8441-9B06-9CCBF96661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351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0422B83-86F8-9643-B75F-38DF13EE57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2515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85337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ECDA1F6-68EE-9047-9ECF-D975CA62C8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8760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F2FEA9A-101A-5A4C-83E2-4C0044BA6E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7055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582309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3A21BE0-4841-FF4C-ABD6-32E1F111A9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828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 3">
    <p:bg>
      <p:bgPr>
        <a:solidFill>
          <a:srgbClr val="E86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/>
        </p:nvSpPr>
        <p:spPr>
          <a:xfrm>
            <a:off x="1284756" y="377825"/>
            <a:ext cx="5336178" cy="6146736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84A5C5-2EE0-4240-9019-8B715BEE89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123B60-D604-9A41-BA50-1BF4AC36AE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205135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Activity 3">
    <p:bg>
      <p:bgPr>
        <a:solidFill>
          <a:srgbClr val="FFD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/>
        </p:nvSpPr>
        <p:spPr>
          <a:xfrm>
            <a:off x="1284756" y="377825"/>
            <a:ext cx="5336178" cy="6146736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7793DD-F793-8F4F-B74E-6B8630C826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F20315E-2B12-1B43-A789-90CFB92D6F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504082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B509EB7-6C12-4E21-BEEC-0CCC276286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A2322C5-1CF3-42B4-96D7-04AE4FF89F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5950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507EE1D-A14D-478F-853C-B98EB3E70E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A918B64-9105-4E90-815B-8AC734F02D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62703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duotone>
              <a:prstClr val="black"/>
              <a:schemeClr val="tx1">
                <a:lumMod val="50000"/>
                <a:lumOff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32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301284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Housekeeping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3433681"/>
            <a:ext cx="5627171" cy="60796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/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946BC297-6DCC-9247-92F8-7D4433713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1EB17D6-1862-9E4C-AC48-E047218919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783" y="4333505"/>
            <a:ext cx="5627171" cy="1747940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1" i="0" baseline="0">
                <a:solidFill>
                  <a:schemeClr val="tx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297049243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et &amp; Greet 3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627171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Meet &amp; Greet</a:t>
            </a:r>
            <a:endParaRPr lang="en-GB" noProof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FE28BE-DA40-4803-B8FE-167E8D45A14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62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1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/>
        </p:nvGrpSpPr>
        <p:grpSpPr>
          <a:xfrm>
            <a:off x="3297653" y="2366579"/>
            <a:ext cx="7767721" cy="4491421"/>
            <a:chOff x="7799133" y="1870745"/>
            <a:chExt cx="1010349" cy="584292"/>
          </a:xfrm>
          <a:solidFill>
            <a:schemeClr val="tx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1169541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2" name="Rectangle 1"/>
          <p:cNvSpPr/>
          <p:nvPr/>
        </p:nvSpPr>
        <p:spPr>
          <a:xfrm>
            <a:off x="0" y="3843795"/>
            <a:ext cx="8229600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4" name="Rectangle 13"/>
          <p:cNvSpPr/>
          <p:nvPr/>
        </p:nvSpPr>
        <p:spPr>
          <a:xfrm>
            <a:off x="-10131" y="4967139"/>
            <a:ext cx="8239732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758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2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/>
        </p:nvSpPr>
        <p:spPr>
          <a:xfrm>
            <a:off x="-476898" y="-23149"/>
            <a:ext cx="10532124" cy="4160144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991775"/>
            <a:ext cx="5627171" cy="1996915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9081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3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0F3F7-97AF-B146-9607-EBE029AF2969}"/>
              </a:ext>
            </a:extLst>
          </p:cNvPr>
          <p:cNvGrpSpPr/>
          <p:nvPr/>
        </p:nvGrpSpPr>
        <p:grpSpPr>
          <a:xfrm>
            <a:off x="-15598" y="2769835"/>
            <a:ext cx="9506731" cy="4129712"/>
            <a:chOff x="1797250" y="3059102"/>
            <a:chExt cx="1632958" cy="495300"/>
          </a:xfrm>
          <a:solidFill>
            <a:schemeClr val="tx1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A21023A-474B-0144-A46E-6891F7EACBA3}"/>
                </a:ext>
              </a:extLst>
            </p:cNvPr>
            <p:cNvSpPr/>
            <p:nvPr/>
          </p:nvSpPr>
          <p:spPr>
            <a:xfrm>
              <a:off x="3074608" y="3059102"/>
              <a:ext cx="355600" cy="495300"/>
            </a:xfrm>
            <a:custGeom>
              <a:avLst/>
              <a:gdLst>
                <a:gd name="connsiteX0" fmla="*/ 0 w 355600"/>
                <a:gd name="connsiteY0" fmla="*/ 137 h 495300"/>
                <a:gd name="connsiteX1" fmla="*/ 125667 w 355600"/>
                <a:gd name="connsiteY1" fmla="*/ 211148 h 495300"/>
                <a:gd name="connsiteX2" fmla="*/ 0 w 355600"/>
                <a:gd name="connsiteY2" fmla="*/ 211148 h 495300"/>
                <a:gd name="connsiteX3" fmla="*/ 0 w 355600"/>
                <a:gd name="connsiteY3" fmla="*/ 287792 h 495300"/>
                <a:gd name="connsiteX4" fmla="*/ 125730 w 355600"/>
                <a:gd name="connsiteY4" fmla="*/ 287792 h 495300"/>
                <a:gd name="connsiteX5" fmla="*/ 317 w 355600"/>
                <a:gd name="connsiteY5" fmla="*/ 498358 h 495300"/>
                <a:gd name="connsiteX6" fmla="*/ 49022 w 355600"/>
                <a:gd name="connsiteY6" fmla="*/ 498358 h 495300"/>
                <a:gd name="connsiteX7" fmla="*/ 59627 w 355600"/>
                <a:gd name="connsiteY7" fmla="*/ 492961 h 495300"/>
                <a:gd name="connsiteX8" fmla="*/ 284036 w 355600"/>
                <a:gd name="connsiteY8" fmla="*/ 300746 h 495300"/>
                <a:gd name="connsiteX9" fmla="*/ 350583 w 355600"/>
                <a:gd name="connsiteY9" fmla="*/ 271727 h 495300"/>
                <a:gd name="connsiteX10" fmla="*/ 359410 w 355600"/>
                <a:gd name="connsiteY10" fmla="*/ 259027 h 495300"/>
                <a:gd name="connsiteX11" fmla="*/ 359410 w 355600"/>
                <a:gd name="connsiteY11" fmla="*/ 236040 h 495300"/>
                <a:gd name="connsiteX12" fmla="*/ 353886 w 355600"/>
                <a:gd name="connsiteY12" fmla="*/ 227658 h 495300"/>
                <a:gd name="connsiteX13" fmla="*/ 310007 w 355600"/>
                <a:gd name="connsiteY13" fmla="*/ 209624 h 495300"/>
                <a:gd name="connsiteX14" fmla="*/ 167005 w 355600"/>
                <a:gd name="connsiteY14" fmla="*/ 122248 h 495300"/>
                <a:gd name="connsiteX15" fmla="*/ 59055 w 355600"/>
                <a:gd name="connsiteY15" fmla="*/ 5027 h 495300"/>
                <a:gd name="connsiteX16" fmla="*/ 52705 w 355600"/>
                <a:gd name="connsiteY16" fmla="*/ 264 h 495300"/>
                <a:gd name="connsiteX17" fmla="*/ 0 w 355600"/>
                <a:gd name="connsiteY17" fmla="*/ 137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5600" h="495300">
                  <a:moveTo>
                    <a:pt x="0" y="137"/>
                  </a:moveTo>
                  <a:cubicBezTo>
                    <a:pt x="26861" y="79512"/>
                    <a:pt x="69850" y="147648"/>
                    <a:pt x="125667" y="211148"/>
                  </a:cubicBezTo>
                  <a:lnTo>
                    <a:pt x="0" y="211148"/>
                  </a:lnTo>
                  <a:lnTo>
                    <a:pt x="0" y="287792"/>
                  </a:lnTo>
                  <a:lnTo>
                    <a:pt x="125730" y="287792"/>
                  </a:lnTo>
                  <a:cubicBezTo>
                    <a:pt x="70295" y="350784"/>
                    <a:pt x="27051" y="419110"/>
                    <a:pt x="317" y="498358"/>
                  </a:cubicBezTo>
                  <a:cubicBezTo>
                    <a:pt x="17463" y="498358"/>
                    <a:pt x="33274" y="498358"/>
                    <a:pt x="49022" y="498358"/>
                  </a:cubicBezTo>
                  <a:cubicBezTo>
                    <a:pt x="53300" y="498747"/>
                    <a:pt x="57423" y="496649"/>
                    <a:pt x="59627" y="492961"/>
                  </a:cubicBezTo>
                  <a:cubicBezTo>
                    <a:pt x="116948" y="410922"/>
                    <a:pt x="194164" y="344783"/>
                    <a:pt x="284036" y="300746"/>
                  </a:cubicBezTo>
                  <a:cubicBezTo>
                    <a:pt x="305626" y="289951"/>
                    <a:pt x="328486" y="280998"/>
                    <a:pt x="350583" y="271727"/>
                  </a:cubicBezTo>
                  <a:cubicBezTo>
                    <a:pt x="356933" y="269187"/>
                    <a:pt x="360236" y="266647"/>
                    <a:pt x="359410" y="259027"/>
                  </a:cubicBezTo>
                  <a:cubicBezTo>
                    <a:pt x="358838" y="251375"/>
                    <a:pt x="358838" y="243691"/>
                    <a:pt x="359410" y="236040"/>
                  </a:cubicBezTo>
                  <a:cubicBezTo>
                    <a:pt x="360020" y="232236"/>
                    <a:pt x="357622" y="228597"/>
                    <a:pt x="353886" y="227658"/>
                  </a:cubicBezTo>
                  <a:cubicBezTo>
                    <a:pt x="339154" y="221943"/>
                    <a:pt x="324485" y="216037"/>
                    <a:pt x="310007" y="209624"/>
                  </a:cubicBezTo>
                  <a:cubicBezTo>
                    <a:pt x="258591" y="187132"/>
                    <a:pt x="210481" y="157736"/>
                    <a:pt x="167005" y="122248"/>
                  </a:cubicBezTo>
                  <a:cubicBezTo>
                    <a:pt x="125940" y="88179"/>
                    <a:pt x="89633" y="48753"/>
                    <a:pt x="59055" y="5027"/>
                  </a:cubicBezTo>
                  <a:cubicBezTo>
                    <a:pt x="57595" y="2995"/>
                    <a:pt x="54991" y="264"/>
                    <a:pt x="52705" y="264"/>
                  </a:cubicBezTo>
                  <a:cubicBezTo>
                    <a:pt x="35623" y="-244"/>
                    <a:pt x="18542" y="137"/>
                    <a:pt x="0" y="137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1125A82-9F1E-D544-A9D5-8EBBE0CE98CB}"/>
                </a:ext>
              </a:extLst>
            </p:cNvPr>
            <p:cNvSpPr/>
            <p:nvPr/>
          </p:nvSpPr>
          <p:spPr>
            <a:xfrm>
              <a:off x="2857184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FA2485-BE37-EB43-82FC-44BC6A521F28}"/>
                </a:ext>
              </a:extLst>
            </p:cNvPr>
            <p:cNvSpPr/>
            <p:nvPr/>
          </p:nvSpPr>
          <p:spPr>
            <a:xfrm>
              <a:off x="2639443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423289" y="3270504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214610" y="3272845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2005930" y="3275186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ABBAC25-9CFA-644F-9F7A-84C5F5E0F15B}"/>
                </a:ext>
              </a:extLst>
            </p:cNvPr>
            <p:cNvSpPr/>
            <p:nvPr/>
          </p:nvSpPr>
          <p:spPr>
            <a:xfrm>
              <a:off x="1797250" y="3277527"/>
              <a:ext cx="120650" cy="76200"/>
            </a:xfrm>
            <a:custGeom>
              <a:avLst/>
              <a:gdLst>
                <a:gd name="connsiteX0" fmla="*/ 0 w 120650"/>
                <a:gd name="connsiteY0" fmla="*/ 0 h 76200"/>
                <a:gd name="connsiteX1" fmla="*/ 121095 w 120650"/>
                <a:gd name="connsiteY1" fmla="*/ 0 h 76200"/>
                <a:gd name="connsiteX2" fmla="*/ 121095 w 120650"/>
                <a:gd name="connsiteY2" fmla="*/ 76644 h 76200"/>
                <a:gd name="connsiteX3" fmla="*/ 0 w 120650"/>
                <a:gd name="connsiteY3" fmla="*/ 766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50" h="76200">
                  <a:moveTo>
                    <a:pt x="0" y="0"/>
                  </a:moveTo>
                  <a:lnTo>
                    <a:pt x="121095" y="0"/>
                  </a:lnTo>
                  <a:lnTo>
                    <a:pt x="121095" y="76644"/>
                  </a:lnTo>
                  <a:lnTo>
                    <a:pt x="0" y="7664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1"/>
            </a:p>
          </p:txBody>
        </p:sp>
      </p:grp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6590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4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4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/>
        </p:nvSpPr>
        <p:spPr>
          <a:xfrm>
            <a:off x="3892133" y="1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2" name="Rectangle 1"/>
          <p:cNvSpPr/>
          <p:nvPr/>
        </p:nvSpPr>
        <p:spPr>
          <a:xfrm>
            <a:off x="2" y="1562471"/>
            <a:ext cx="8120063" cy="57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6972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5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7" y="2334828"/>
            <a:ext cx="5627171" cy="1828801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5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FB11C077-9A8E-2F4A-B187-45707B1D3828}"/>
              </a:ext>
            </a:extLst>
          </p:cNvPr>
          <p:cNvSpPr/>
          <p:nvPr/>
        </p:nvSpPr>
        <p:spPr>
          <a:xfrm>
            <a:off x="-100361" y="2216289"/>
            <a:ext cx="11411496" cy="5526323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99821765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_06">
    <p:bg>
      <p:bgPr>
        <a:solidFill>
          <a:srgbClr val="28C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342302"/>
            <a:ext cx="5619141" cy="19058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B8D502C-1FF9-3D42-ACFF-5BBCD5236A27}"/>
              </a:ext>
            </a:extLst>
          </p:cNvPr>
          <p:cNvSpPr/>
          <p:nvPr/>
        </p:nvSpPr>
        <p:spPr>
          <a:xfrm>
            <a:off x="0" y="1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</p:spTree>
    <p:extLst>
      <p:ext uri="{BB962C8B-B14F-4D97-AF65-F5344CB8AC3E}">
        <p14:creationId xmlns:p14="http://schemas.microsoft.com/office/powerpoint/2010/main" val="219856739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>
              <a:solidFill>
                <a:schemeClr val="tx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457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131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79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79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0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tx1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724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07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2033279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2BB93A1-2BBC-6E43-8966-8BC896D724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5172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7482870-8F1E-4A40-98B3-EB4E14D20B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443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5231A29-C420-A24A-83D8-2845B3719A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4282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5EB805A-E7B4-1A4B-A713-5EC6CFC185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7905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rgbClr val="28CEF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3A48D2-2003-3B48-9BA7-3C3C764A53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9858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AD0D0D-8846-2F49-A055-6C6BC6354F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4109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17464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451213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45821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4D068D3-76D2-6C48-BF65-509B44CACE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2185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72216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FCF7FD-3F84-F04D-B73E-0F9F6BA831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1125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033245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96E7A6F-DAC6-B441-B5F5-018B0C7C2A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7943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3196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5A0BA27-1B3E-284F-A41F-F988E90070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3983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89184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rgbClr val="28CEF6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39D1C75-606C-4D47-8814-AB30DCA4C3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9597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744802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8CEF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rgbClr val="28CE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C321F0F-9EE5-FC4B-A5AF-678F2F4F9C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4960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 2">
    <p:bg>
      <p:bgPr>
        <a:solidFill>
          <a:srgbClr val="23C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>
            <a:spLocks noChangeAspect="1"/>
          </p:cNvSpPr>
          <p:nvPr/>
        </p:nvSpPr>
        <p:spPr>
          <a:xfrm>
            <a:off x="1284756" y="377825"/>
            <a:ext cx="5336178" cy="6146736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DC967D-822F-0D4D-9D88-47A397D689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23413" y="749300"/>
            <a:ext cx="4679121" cy="2019300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000" baseline="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Activity: </a:t>
            </a:r>
            <a:br>
              <a:rPr lang="en-US" noProof="0"/>
            </a:br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99DB077-1C85-A441-AE94-AEC6EEA7D3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3413" y="3201192"/>
            <a:ext cx="4679121" cy="709613"/>
          </a:xfrm>
        </p:spPr>
        <p:txBody>
          <a:bodyPr/>
          <a:lstStyle>
            <a:lvl1pPr>
              <a:lnSpc>
                <a:spcPct val="100000"/>
              </a:lnSpc>
              <a:defRPr b="1" baseline="0"/>
            </a:lvl1pPr>
          </a:lstStyle>
          <a:p>
            <a:pPr lvl="0"/>
            <a:r>
              <a:rPr lang="en-US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92638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5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duotone>
              <a:prstClr val="black"/>
              <a:schemeClr val="tx1">
                <a:lumMod val="50000"/>
                <a:lumOff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32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2F189F0-0DDE-404F-9FD7-21EBA1DC01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Hope you enjoyed this learning journey.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A3DF19-D33D-4658-9164-10D3FE685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75096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6237" y="1240838"/>
            <a:ext cx="11431587" cy="523775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 marL="88898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3pPr>
            <a:lvl4pPr marL="88898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4pPr>
            <a:lvl5pPr marL="355591" indent="-266693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978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3940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03A14FE-D075-C54D-A7E3-E22DBF9333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355949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167298" y="2921079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747517" y="2921079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257866" y="2921079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167299" y="1240564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747517" y="1233488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257867" y="1240564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744941" y="293606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744942" y="1255555"/>
            <a:ext cx="1437932" cy="143793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2C408C0-1A1B-4D4D-B79A-2D37D6F3CB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777766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167876" y="1246665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613794" y="1246665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59713" y="124666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505633" y="124666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41670F-D9DB-3140-AAEA-4430FBF2D3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27785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186490" y="1246663"/>
            <a:ext cx="5612791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2589" y="1246661"/>
            <a:ext cx="5621337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E1C86EE-79CD-A844-BC58-36532ABD5C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783556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1181" y="1240839"/>
            <a:ext cx="5612745" cy="52377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186489" y="1239313"/>
            <a:ext cx="5621337" cy="5239275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marR="0" indent="-171446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C6158FE-928A-7845-B66A-66F0FE0F7F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4113326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82062" y="1239312"/>
            <a:ext cx="5621863" cy="5239275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9185" y="1246663"/>
            <a:ext cx="5608641" cy="52319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3FBF726-3A82-7143-ACCB-5046CC509D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567227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376238" y="3968576"/>
            <a:ext cx="5627687" cy="252000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46" indent="-171446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249" y="1233490"/>
            <a:ext cx="5627676" cy="257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0195" y="1233489"/>
            <a:ext cx="5627631" cy="257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180195" y="3968576"/>
            <a:ext cx="5627631" cy="2520000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0"/>
            </a:lvl1pPr>
            <a:lvl2pPr marL="171446" indent="-171446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270B6DD-EFD0-B148-AC2D-17D9B4352A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2111" y="378746"/>
            <a:ext cx="10595714" cy="52026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78085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82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3" r="13611"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09597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5" r="11010"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570826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/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9746"/>
            <a:ext cx="6604609" cy="6858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7" r="12445"/>
          <a:stretch/>
        </p:blipFill>
        <p:spPr>
          <a:xfrm>
            <a:off x="7097178" y="0"/>
            <a:ext cx="5106217" cy="56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32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/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1" r="12836"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0173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4" y="3433680"/>
            <a:ext cx="70752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03857141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9613" y="1556247"/>
            <a:ext cx="681427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81637292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02 Section Divi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238" y="1897166"/>
            <a:ext cx="7011390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" y="1897166"/>
            <a:ext cx="11479292" cy="496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6750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03 Section Divi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3"/>
          <a:stretch/>
        </p:blipFill>
        <p:spPr>
          <a:xfrm>
            <a:off x="-1" y="2138695"/>
            <a:ext cx="11137643" cy="49733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7" y="1169540"/>
            <a:ext cx="6783308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40544791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04 Section Divi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7" y="1169540"/>
            <a:ext cx="700059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2294314"/>
            <a:ext cx="9545652" cy="406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82857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02 Section Divider">
    <p:bg>
      <p:bgPr>
        <a:solidFill>
          <a:srgbClr val="004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7071966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4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22616204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509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051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Activity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869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Activity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556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Activity 1">
    <p:bg>
      <p:bgPr>
        <a:solidFill>
          <a:srgbClr val="20D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tx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422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20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C8389-FDB6-4FEF-99AD-18501FB37A72}" type="slidenum">
              <a:rPr lang="en-GB" smtClean="0"/>
              <a:t>‹#›</a:t>
            </a:fld>
            <a:endParaRPr lang="en-GB"/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91B42B-198C-425F-B793-3ED8FA182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346991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ain Welcome">
    <p:bg>
      <p:bgPr>
        <a:solidFill>
          <a:srgbClr val="004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027" y="536783"/>
            <a:ext cx="2127213" cy="1197621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237213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800" b="1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24705" y="5237213"/>
            <a:ext cx="3978275" cy="1255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1" cap="none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Trainer name, job title, certifications, email…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856395"/>
            <a:ext cx="7552267" cy="1399822"/>
          </a:xfrm>
          <a:prstGeom prst="rect">
            <a:avLst/>
          </a:prstGeom>
        </p:spPr>
      </p:pic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 rot="1022761">
            <a:off x="8194571" y="1546240"/>
            <a:ext cx="3013382" cy="301338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093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271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968240"/>
            <a:ext cx="5726719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5878576"/>
            <a:ext cx="738525" cy="3309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495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94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8731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4396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226213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223622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13089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507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4790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430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0151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208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13089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605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14348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788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0634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-2932" y="5113958"/>
            <a:ext cx="3594030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063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626953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709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275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93202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14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85310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992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05671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756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7103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" y="5813020"/>
            <a:ext cx="4114800" cy="1334310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408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85436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556618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413951"/>
            <a:ext cx="5797612" cy="2365031"/>
            <a:chOff x="-2229" y="2361812"/>
            <a:chExt cx="11067619" cy="4514835"/>
          </a:xfrm>
          <a:solidFill>
            <a:schemeClr val="accent6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911890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951599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73222" y="1037052"/>
            <a:ext cx="5722778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927610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355972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480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848895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693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2555101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057904"/>
            <a:ext cx="4344121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4968240"/>
            <a:ext cx="738525" cy="3309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02BC675-0ACA-4C98-904F-78AFF641EB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06977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B0EE3B6-2A99-4A4A-9595-73B01F290B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896127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373063" y="4996683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F3B2DBE-6810-4AC0-B237-4C05D67F11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40820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3"/>
          <a:stretch/>
        </p:blipFill>
        <p:spPr>
          <a:xfrm>
            <a:off x="0" y="3432381"/>
            <a:ext cx="5788325" cy="258470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Page title </a:t>
            </a:r>
            <a:br>
              <a:rPr lang="en-US" dirty="0"/>
            </a:br>
            <a:r>
              <a:rPr lang="en-US" dirty="0"/>
              <a:t>to sit here</a:t>
            </a: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0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87C134E-FF34-427E-A1A9-5665198516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92682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1CE118D-6684-414D-A495-A3B8A6832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317667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1089126" y="5113958"/>
            <a:ext cx="4705493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68CBE16-9243-46B2-AB09-95C8191428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50240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01CBE07-42E3-4B39-BDDF-60F502220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9078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225252A-8CEF-43E2-9274-7BF4B9F004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137045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11BD1D-4FB3-47E5-90D7-0CCF84C8CA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2363038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9E4ACF-1E9A-40C0-8732-68C6F8A2CD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563018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B543A0A-6279-4BC8-96A2-782947AA23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309269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1634379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0C796F0-274B-4369-B143-1FB3858C87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9008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883613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3101975" y="1925767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101975" y="2587060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3101975" y="3248353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3101975" y="3909646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>
            <a:off x="3101975" y="4570939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3101975" y="5232231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25640" y="3666044"/>
            <a:ext cx="2923326" cy="2198740"/>
          </a:xfrm>
          <a:prstGeom prst="rect">
            <a:avLst/>
          </a:prstGeom>
        </p:spPr>
      </p:pic>
      <p:sp>
        <p:nvSpPr>
          <p:cNvPr id="3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925767"/>
            <a:ext cx="2521449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200" cap="all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299565" y="2060614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037138" y="2107781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299565" y="2721905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5037138" y="2769072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305695" y="3380601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41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5043268" y="3427768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305695" y="4035597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5043268" y="4082764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299564" y="4700588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5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5037137" y="4747755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3305695" y="5378225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043268" y="5425392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pic>
        <p:nvPicPr>
          <p:cNvPr id="23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44161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0717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968240"/>
            <a:ext cx="5726719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5878576"/>
            <a:ext cx="738525" cy="330925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825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693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843210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844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1107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rgbClr val="20D3FF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22821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094633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13089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240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47906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5190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015150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3910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130897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93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143484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rgbClr val="20D3FF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894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620634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-2932" y="5113958"/>
            <a:ext cx="3594030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20D3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2808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/>
          <a:stretch/>
        </p:blipFill>
        <p:spPr>
          <a:xfrm>
            <a:off x="0" y="4435268"/>
            <a:ext cx="4722378" cy="162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05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153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055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278151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3B611D-7B8F-B64E-B297-6F15D8AC0F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9F936A6-C45C-DE4D-B127-38C5B78DB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33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799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836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578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accent6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681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accent6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518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accent6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270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7A16D5-89FE-3B4E-BA82-DFEE96CEA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834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C14CCF0-8BA3-264F-9F0E-ECBF2D299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574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5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5CFF8B-1DAA-6C49-BE97-251919443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51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51FE4A-F1CC-BF41-8328-846960CA95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14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6379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A7D019-BBAC-4645-9DB8-682AF9377C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440420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E6F906-CC5F-42C7-9475-87635D736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46417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91B42B-198C-425F-B793-3ED8FA182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028243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D94233-C7E7-4738-A0C4-B997955166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273140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4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E8967D6-25B5-4098-82D9-0802D22193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808750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97A7600-9EBB-4083-BCDD-6A1765870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2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783370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- With side bar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F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4485899"/>
            <a:ext cx="4401082" cy="1874860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91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- With side bar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F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31" y="4614727"/>
            <a:ext cx="4244154" cy="1944001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45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- With side bar 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1" y="4499268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0417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715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A7D019-BBAC-4645-9DB8-682AF9377C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868680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E6F906-CC5F-42C7-9475-87635D736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986839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3164A13-D2CE-5342-8D75-2ADD29349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91B42B-198C-425F-B793-3ED8FA182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713484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1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41CD3697-753A-0647-9FAB-C202C65A3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D94233-C7E7-4738-A0C4-B997955166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11197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rgbClr val="004050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pic>
        <p:nvPicPr>
          <p:cNvPr id="13" name="Graphic 31">
            <a:extLst>
              <a:ext uri="{FF2B5EF4-FFF2-40B4-BE49-F238E27FC236}">
                <a16:creationId xmlns:a16="http://schemas.microsoft.com/office/drawing/2014/main" id="{F0A764D6-0F7D-EB44-A897-7F9C735CB5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E8967D6-25B5-4098-82D9-0802D22193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285851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377" rtl="0" eaLnBrk="1" latinLnBrk="0" hangingPunct="1">
              <a:defRPr sz="1000" b="1" i="0" kern="1200">
                <a:solidFill>
                  <a:schemeClr val="bg1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BCFD0822-3499-0C44-8A3C-3118EA298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97A7600-9EBB-4083-BCDD-6A1765870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039620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_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2683933"/>
            <a:ext cx="5619141" cy="1905822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400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3892131" y="0"/>
            <a:ext cx="6522287" cy="3665940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1" y="1562470"/>
            <a:ext cx="8120062" cy="5796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8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31219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7" cy="512860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8" y="377825"/>
            <a:ext cx="738525" cy="52200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711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61533"/>
            <a:ext cx="2521449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279357" y="1261533"/>
            <a:ext cx="8069053" cy="521705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0886032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31">
            <a:extLst>
              <a:ext uri="{FF2B5EF4-FFF2-40B4-BE49-F238E27FC236}">
                <a16:creationId xmlns:a16="http://schemas.microsoft.com/office/drawing/2014/main" id="{BF07CB53-EE82-464E-99DB-433208E1C2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1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3.xml"/><Relationship Id="rId21" Type="http://schemas.openxmlformats.org/officeDocument/2006/relationships/theme" Target="../theme/theme8.xml"/><Relationship Id="rId22" Type="http://schemas.openxmlformats.org/officeDocument/2006/relationships/image" Target="../media/image21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9.xml"/><Relationship Id="rId17" Type="http://schemas.openxmlformats.org/officeDocument/2006/relationships/theme" Target="../theme/theme9.xml"/><Relationship Id="rId18" Type="http://schemas.openxmlformats.org/officeDocument/2006/relationships/image" Target="../media/image25.png"/><Relationship Id="rId19" Type="http://schemas.openxmlformats.org/officeDocument/2006/relationships/image" Target="../media/image28.svg"/><Relationship Id="rId20" Type="http://schemas.openxmlformats.org/officeDocument/2006/relationships/image" Target="../media/image21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86.xml"/><Relationship Id="rId18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91.xml"/><Relationship Id="rId23" Type="http://schemas.openxmlformats.org/officeDocument/2006/relationships/slideLayout" Target="../slideLayouts/slideLayout92.xml"/><Relationship Id="rId24" Type="http://schemas.openxmlformats.org/officeDocument/2006/relationships/slideLayout" Target="../slideLayouts/slideLayout93.xml"/><Relationship Id="rId25" Type="http://schemas.openxmlformats.org/officeDocument/2006/relationships/slideLayout" Target="../slideLayouts/slideLayout94.xml"/><Relationship Id="rId26" Type="http://schemas.openxmlformats.org/officeDocument/2006/relationships/slideLayout" Target="../slideLayouts/slideLayout95.xml"/><Relationship Id="rId27" Type="http://schemas.openxmlformats.org/officeDocument/2006/relationships/slideLayout" Target="../slideLayouts/slideLayout96.xml"/><Relationship Id="rId28" Type="http://schemas.openxmlformats.org/officeDocument/2006/relationships/slideLayout" Target="../slideLayouts/slideLayout97.xml"/><Relationship Id="rId29" Type="http://schemas.openxmlformats.org/officeDocument/2006/relationships/slideLayout" Target="../slideLayouts/slideLayout98.xml"/><Relationship Id="rId30" Type="http://schemas.openxmlformats.org/officeDocument/2006/relationships/slideLayout" Target="../slideLayouts/slideLayout99.xml"/><Relationship Id="rId31" Type="http://schemas.openxmlformats.org/officeDocument/2006/relationships/slideLayout" Target="../slideLayouts/slideLayout100.xml"/><Relationship Id="rId32" Type="http://schemas.openxmlformats.org/officeDocument/2006/relationships/slideLayout" Target="../slideLayouts/slideLayout101.xml"/><Relationship Id="rId33" Type="http://schemas.openxmlformats.org/officeDocument/2006/relationships/slideLayout" Target="../slideLayouts/slideLayout102.xml"/><Relationship Id="rId34" Type="http://schemas.openxmlformats.org/officeDocument/2006/relationships/slideLayout" Target="../slideLayouts/slideLayout103.xml"/><Relationship Id="rId35" Type="http://schemas.openxmlformats.org/officeDocument/2006/relationships/theme" Target="../theme/theme10.xml"/><Relationship Id="rId36" Type="http://schemas.openxmlformats.org/officeDocument/2006/relationships/image" Target="../media/image21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20.xml"/><Relationship Id="rId18" Type="http://schemas.openxmlformats.org/officeDocument/2006/relationships/slideLayout" Target="../slideLayouts/slideLayout121.xml"/><Relationship Id="rId19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125.xml"/><Relationship Id="rId23" Type="http://schemas.openxmlformats.org/officeDocument/2006/relationships/slideLayout" Target="../slideLayouts/slideLayout126.xml"/><Relationship Id="rId24" Type="http://schemas.openxmlformats.org/officeDocument/2006/relationships/slideLayout" Target="../slideLayouts/slideLayout127.xml"/><Relationship Id="rId25" Type="http://schemas.openxmlformats.org/officeDocument/2006/relationships/slideLayout" Target="../slideLayouts/slideLayout128.xml"/><Relationship Id="rId26" Type="http://schemas.openxmlformats.org/officeDocument/2006/relationships/slideLayout" Target="../slideLayouts/slideLayout129.xml"/><Relationship Id="rId27" Type="http://schemas.openxmlformats.org/officeDocument/2006/relationships/slideLayout" Target="../slideLayouts/slideLayout130.xml"/><Relationship Id="rId28" Type="http://schemas.openxmlformats.org/officeDocument/2006/relationships/slideLayout" Target="../slideLayouts/slideLayout131.xml"/><Relationship Id="rId29" Type="http://schemas.openxmlformats.org/officeDocument/2006/relationships/slideLayout" Target="../slideLayouts/slideLayout132.xml"/><Relationship Id="rId30" Type="http://schemas.openxmlformats.org/officeDocument/2006/relationships/slideLayout" Target="../slideLayouts/slideLayout133.xml"/><Relationship Id="rId31" Type="http://schemas.openxmlformats.org/officeDocument/2006/relationships/slideLayout" Target="../slideLayouts/slideLayout134.xml"/><Relationship Id="rId32" Type="http://schemas.openxmlformats.org/officeDocument/2006/relationships/slideLayout" Target="../slideLayouts/slideLayout135.xml"/><Relationship Id="rId33" Type="http://schemas.openxmlformats.org/officeDocument/2006/relationships/slideLayout" Target="../slideLayouts/slideLayout136.xml"/><Relationship Id="rId34" Type="http://schemas.openxmlformats.org/officeDocument/2006/relationships/slideLayout" Target="../slideLayouts/slideLayout137.xml"/><Relationship Id="rId35" Type="http://schemas.openxmlformats.org/officeDocument/2006/relationships/slideLayout" Target="../slideLayouts/slideLayout138.xml"/><Relationship Id="rId36" Type="http://schemas.openxmlformats.org/officeDocument/2006/relationships/slideLayout" Target="../slideLayouts/slideLayout139.xml"/><Relationship Id="rId37" Type="http://schemas.openxmlformats.org/officeDocument/2006/relationships/slideLayout" Target="../slideLayouts/slideLayout140.xml"/><Relationship Id="rId38" Type="http://schemas.openxmlformats.org/officeDocument/2006/relationships/theme" Target="../theme/theme11.xml"/><Relationship Id="rId39" Type="http://schemas.openxmlformats.org/officeDocument/2006/relationships/image" Target="../media/image21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4.xml"/><Relationship Id="rId15" Type="http://schemas.openxmlformats.org/officeDocument/2006/relationships/slideLayout" Target="../slideLayouts/slideLayout155.xml"/><Relationship Id="rId16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57.xml"/><Relationship Id="rId18" Type="http://schemas.openxmlformats.org/officeDocument/2006/relationships/slideLayout" Target="../slideLayouts/slideLayout158.xml"/><Relationship Id="rId19" Type="http://schemas.openxmlformats.org/officeDocument/2006/relationships/slideLayout" Target="../slideLayouts/slideLayout159.xml"/><Relationship Id="rId20" Type="http://schemas.openxmlformats.org/officeDocument/2006/relationships/slideLayout" Target="../slideLayouts/slideLayout160.xml"/><Relationship Id="rId21" Type="http://schemas.openxmlformats.org/officeDocument/2006/relationships/slideLayout" Target="../slideLayouts/slideLayout161.xml"/><Relationship Id="rId22" Type="http://schemas.openxmlformats.org/officeDocument/2006/relationships/slideLayout" Target="../slideLayouts/slideLayout162.xml"/><Relationship Id="rId23" Type="http://schemas.openxmlformats.org/officeDocument/2006/relationships/slideLayout" Target="../slideLayouts/slideLayout163.xml"/><Relationship Id="rId24" Type="http://schemas.openxmlformats.org/officeDocument/2006/relationships/slideLayout" Target="../slideLayouts/slideLayout164.xml"/><Relationship Id="rId25" Type="http://schemas.openxmlformats.org/officeDocument/2006/relationships/slideLayout" Target="../slideLayouts/slideLayout165.xml"/><Relationship Id="rId26" Type="http://schemas.openxmlformats.org/officeDocument/2006/relationships/slideLayout" Target="../slideLayouts/slideLayout166.xml"/><Relationship Id="rId27" Type="http://schemas.openxmlformats.org/officeDocument/2006/relationships/slideLayout" Target="../slideLayouts/slideLayout167.xml"/><Relationship Id="rId28" Type="http://schemas.openxmlformats.org/officeDocument/2006/relationships/slideLayout" Target="../slideLayouts/slideLayout168.xml"/><Relationship Id="rId29" Type="http://schemas.openxmlformats.org/officeDocument/2006/relationships/slideLayout" Target="../slideLayouts/slideLayout169.xml"/><Relationship Id="rId30" Type="http://schemas.openxmlformats.org/officeDocument/2006/relationships/slideLayout" Target="../slideLayouts/slideLayout170.xml"/><Relationship Id="rId31" Type="http://schemas.openxmlformats.org/officeDocument/2006/relationships/slideLayout" Target="../slideLayouts/slideLayout171.xml"/><Relationship Id="rId32" Type="http://schemas.openxmlformats.org/officeDocument/2006/relationships/slideLayout" Target="../slideLayouts/slideLayout172.xml"/><Relationship Id="rId33" Type="http://schemas.openxmlformats.org/officeDocument/2006/relationships/theme" Target="../theme/theme12.xml"/><Relationship Id="rId34" Type="http://schemas.openxmlformats.org/officeDocument/2006/relationships/image" Target="../media/image21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3.xml"/><Relationship Id="rId2" Type="http://schemas.openxmlformats.org/officeDocument/2006/relationships/slideLayout" Target="../slideLayouts/slideLayout174.xml"/><Relationship Id="rId3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79.xml"/><Relationship Id="rId8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1.xml"/><Relationship Id="rId10" Type="http://schemas.openxmlformats.org/officeDocument/2006/relationships/theme" Target="../theme/theme13.xml"/><Relationship Id="rId11" Type="http://schemas.openxmlformats.org/officeDocument/2006/relationships/image" Target="../media/image25.png"/><Relationship Id="rId12" Type="http://schemas.openxmlformats.org/officeDocument/2006/relationships/image" Target="../media/image28.svg"/><Relationship Id="rId13" Type="http://schemas.openxmlformats.org/officeDocument/2006/relationships/image" Target="../media/image2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slideLayout" Target="../slideLayouts/slideLayout183.xml"/><Relationship Id="rId3" Type="http://schemas.openxmlformats.org/officeDocument/2006/relationships/slideLayout" Target="../slideLayouts/slideLayout184.xml"/><Relationship Id="rId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86.xml"/><Relationship Id="rId6" Type="http://schemas.openxmlformats.org/officeDocument/2006/relationships/slideLayout" Target="../slideLayouts/slideLayout187.xml"/><Relationship Id="rId7" Type="http://schemas.openxmlformats.org/officeDocument/2006/relationships/slideLayout" Target="../slideLayouts/slideLayout188.xml"/><Relationship Id="rId8" Type="http://schemas.openxmlformats.org/officeDocument/2006/relationships/slideLayout" Target="../slideLayouts/slideLayout189.xml"/><Relationship Id="rId9" Type="http://schemas.openxmlformats.org/officeDocument/2006/relationships/slideLayout" Target="../slideLayouts/slideLayout190.xml"/><Relationship Id="rId10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92.xml"/><Relationship Id="rId12" Type="http://schemas.openxmlformats.org/officeDocument/2006/relationships/slideLayout" Target="../slideLayouts/slideLayout193.xml"/><Relationship Id="rId13" Type="http://schemas.openxmlformats.org/officeDocument/2006/relationships/slideLayout" Target="../slideLayouts/slideLayout194.xml"/><Relationship Id="rId14" Type="http://schemas.openxmlformats.org/officeDocument/2006/relationships/slideLayout" Target="../slideLayouts/slideLayout195.xml"/><Relationship Id="rId15" Type="http://schemas.openxmlformats.org/officeDocument/2006/relationships/slideLayout" Target="../slideLayouts/slideLayout196.xml"/><Relationship Id="rId16" Type="http://schemas.openxmlformats.org/officeDocument/2006/relationships/slideLayout" Target="../slideLayouts/slideLayout197.xml"/><Relationship Id="rId17" Type="http://schemas.openxmlformats.org/officeDocument/2006/relationships/slideLayout" Target="../slideLayouts/slideLayout198.xml"/><Relationship Id="rId18" Type="http://schemas.openxmlformats.org/officeDocument/2006/relationships/slideLayout" Target="../slideLayouts/slideLayout199.xml"/><Relationship Id="rId19" Type="http://schemas.openxmlformats.org/officeDocument/2006/relationships/theme" Target="../theme/theme14.xml"/><Relationship Id="rId20" Type="http://schemas.openxmlformats.org/officeDocument/2006/relationships/image" Target="../media/image21.pn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0.xml"/><Relationship Id="rId2" Type="http://schemas.openxmlformats.org/officeDocument/2006/relationships/slideLayout" Target="../slideLayouts/slideLayout201.xml"/><Relationship Id="rId3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203.xml"/><Relationship Id="rId5" Type="http://schemas.openxmlformats.org/officeDocument/2006/relationships/slideLayout" Target="../slideLayouts/slideLayout204.xml"/><Relationship Id="rId6" Type="http://schemas.openxmlformats.org/officeDocument/2006/relationships/slideLayout" Target="../slideLayouts/slideLayout205.xml"/><Relationship Id="rId7" Type="http://schemas.openxmlformats.org/officeDocument/2006/relationships/slideLayout" Target="../slideLayouts/slideLayout206.xml"/><Relationship Id="rId8" Type="http://schemas.openxmlformats.org/officeDocument/2006/relationships/slideLayout" Target="../slideLayouts/slideLayout207.xml"/><Relationship Id="rId9" Type="http://schemas.openxmlformats.org/officeDocument/2006/relationships/slideLayout" Target="../slideLayouts/slideLayout208.xml"/><Relationship Id="rId10" Type="http://schemas.openxmlformats.org/officeDocument/2006/relationships/slideLayout" Target="../slideLayouts/slideLayout209.xml"/><Relationship Id="rId11" Type="http://schemas.openxmlformats.org/officeDocument/2006/relationships/slideLayout" Target="../slideLayouts/slideLayout210.xml"/><Relationship Id="rId12" Type="http://schemas.openxmlformats.org/officeDocument/2006/relationships/slideLayout" Target="../slideLayouts/slideLayout211.xml"/><Relationship Id="rId13" Type="http://schemas.openxmlformats.org/officeDocument/2006/relationships/slideLayout" Target="../slideLayouts/slideLayout212.xml"/><Relationship Id="rId14" Type="http://schemas.openxmlformats.org/officeDocument/2006/relationships/slideLayout" Target="../slideLayouts/slideLayout213.xml"/><Relationship Id="rId15" Type="http://schemas.openxmlformats.org/officeDocument/2006/relationships/slideLayout" Target="../slideLayouts/slideLayout214.xml"/><Relationship Id="rId16" Type="http://schemas.openxmlformats.org/officeDocument/2006/relationships/slideLayout" Target="../slideLayouts/slideLayout215.xml"/><Relationship Id="rId17" Type="http://schemas.openxmlformats.org/officeDocument/2006/relationships/slideLayout" Target="../slideLayouts/slideLayout216.xml"/><Relationship Id="rId18" Type="http://schemas.openxmlformats.org/officeDocument/2006/relationships/slideLayout" Target="../slideLayouts/slideLayout217.xml"/><Relationship Id="rId19" Type="http://schemas.openxmlformats.org/officeDocument/2006/relationships/slideLayout" Target="../slideLayouts/slideLayout218.xml"/><Relationship Id="rId20" Type="http://schemas.openxmlformats.org/officeDocument/2006/relationships/slideLayout" Target="../slideLayouts/slideLayout219.xml"/><Relationship Id="rId21" Type="http://schemas.openxmlformats.org/officeDocument/2006/relationships/slideLayout" Target="../slideLayouts/slideLayout220.xml"/><Relationship Id="rId22" Type="http://schemas.openxmlformats.org/officeDocument/2006/relationships/slideLayout" Target="../slideLayouts/slideLayout221.xml"/><Relationship Id="rId23" Type="http://schemas.openxmlformats.org/officeDocument/2006/relationships/slideLayout" Target="../slideLayouts/slideLayout222.xml"/><Relationship Id="rId24" Type="http://schemas.openxmlformats.org/officeDocument/2006/relationships/slideLayout" Target="../slideLayouts/slideLayout223.xml"/><Relationship Id="rId25" Type="http://schemas.openxmlformats.org/officeDocument/2006/relationships/slideLayout" Target="../slideLayouts/slideLayout224.xml"/><Relationship Id="rId26" Type="http://schemas.openxmlformats.org/officeDocument/2006/relationships/slideLayout" Target="../slideLayouts/slideLayout225.xml"/><Relationship Id="rId27" Type="http://schemas.openxmlformats.org/officeDocument/2006/relationships/slideLayout" Target="../slideLayouts/slideLayout226.xml"/><Relationship Id="rId28" Type="http://schemas.openxmlformats.org/officeDocument/2006/relationships/slideLayout" Target="../slideLayouts/slideLayout227.xml"/><Relationship Id="rId29" Type="http://schemas.openxmlformats.org/officeDocument/2006/relationships/slideLayout" Target="../slideLayouts/slideLayout228.xml"/><Relationship Id="rId30" Type="http://schemas.openxmlformats.org/officeDocument/2006/relationships/slideLayout" Target="../slideLayouts/slideLayout229.xml"/><Relationship Id="rId31" Type="http://schemas.openxmlformats.org/officeDocument/2006/relationships/slideLayout" Target="../slideLayouts/slideLayout230.xml"/><Relationship Id="rId32" Type="http://schemas.openxmlformats.org/officeDocument/2006/relationships/slideLayout" Target="../slideLayouts/slideLayout231.xml"/><Relationship Id="rId33" Type="http://schemas.openxmlformats.org/officeDocument/2006/relationships/slideLayout" Target="../slideLayouts/slideLayout232.xml"/><Relationship Id="rId34" Type="http://schemas.openxmlformats.org/officeDocument/2006/relationships/slideLayout" Target="../slideLayouts/slideLayout233.xml"/><Relationship Id="rId35" Type="http://schemas.openxmlformats.org/officeDocument/2006/relationships/slideLayout" Target="../slideLayouts/slideLayout234.xml"/><Relationship Id="rId36" Type="http://schemas.openxmlformats.org/officeDocument/2006/relationships/slideLayout" Target="../slideLayouts/slideLayout235.xml"/><Relationship Id="rId37" Type="http://schemas.openxmlformats.org/officeDocument/2006/relationships/slideLayout" Target="../slideLayouts/slideLayout236.xml"/><Relationship Id="rId38" Type="http://schemas.openxmlformats.org/officeDocument/2006/relationships/slideLayout" Target="../slideLayouts/slideLayout237.xml"/><Relationship Id="rId39" Type="http://schemas.openxmlformats.org/officeDocument/2006/relationships/slideLayout" Target="../slideLayouts/slideLayout238.xml"/><Relationship Id="rId40" Type="http://schemas.openxmlformats.org/officeDocument/2006/relationships/slideLayout" Target="../slideLayouts/slideLayout239.xml"/><Relationship Id="rId41" Type="http://schemas.openxmlformats.org/officeDocument/2006/relationships/slideLayout" Target="../slideLayouts/slideLayout240.xml"/><Relationship Id="rId42" Type="http://schemas.openxmlformats.org/officeDocument/2006/relationships/slideLayout" Target="../slideLayouts/slideLayout241.xml"/><Relationship Id="rId43" Type="http://schemas.openxmlformats.org/officeDocument/2006/relationships/slideLayout" Target="../slideLayouts/slideLayout242.xml"/><Relationship Id="rId44" Type="http://schemas.openxmlformats.org/officeDocument/2006/relationships/slideLayout" Target="../slideLayouts/slideLayout243.xml"/><Relationship Id="rId45" Type="http://schemas.openxmlformats.org/officeDocument/2006/relationships/slideLayout" Target="../slideLayouts/slideLayout244.xml"/><Relationship Id="rId46" Type="http://schemas.openxmlformats.org/officeDocument/2006/relationships/slideLayout" Target="../slideLayouts/slideLayout245.xml"/><Relationship Id="rId47" Type="http://schemas.openxmlformats.org/officeDocument/2006/relationships/slideLayout" Target="../slideLayouts/slideLayout246.xml"/><Relationship Id="rId48" Type="http://schemas.openxmlformats.org/officeDocument/2006/relationships/slideLayout" Target="../slideLayouts/slideLayout247.xml"/><Relationship Id="rId49" Type="http://schemas.openxmlformats.org/officeDocument/2006/relationships/slideLayout" Target="../slideLayouts/slideLayout248.xml"/><Relationship Id="rId50" Type="http://schemas.openxmlformats.org/officeDocument/2006/relationships/slideLayout" Target="../slideLayouts/slideLayout249.xml"/><Relationship Id="rId51" Type="http://schemas.openxmlformats.org/officeDocument/2006/relationships/slideLayout" Target="../slideLayouts/slideLayout250.xml"/><Relationship Id="rId52" Type="http://schemas.openxmlformats.org/officeDocument/2006/relationships/slideLayout" Target="../slideLayouts/slideLayout251.xml"/><Relationship Id="rId53" Type="http://schemas.openxmlformats.org/officeDocument/2006/relationships/slideLayout" Target="../slideLayouts/slideLayout252.xml"/><Relationship Id="rId54" Type="http://schemas.openxmlformats.org/officeDocument/2006/relationships/slideLayout" Target="../slideLayouts/slideLayout253.xml"/><Relationship Id="rId55" Type="http://schemas.openxmlformats.org/officeDocument/2006/relationships/slideLayout" Target="../slideLayouts/slideLayout254.xml"/><Relationship Id="rId56" Type="http://schemas.openxmlformats.org/officeDocument/2006/relationships/slideLayout" Target="../slideLayouts/slideLayout255.xml"/><Relationship Id="rId57" Type="http://schemas.openxmlformats.org/officeDocument/2006/relationships/theme" Target="../theme/theme15.xml"/><Relationship Id="rId58" Type="http://schemas.openxmlformats.org/officeDocument/2006/relationships/image" Target="../media/image21.png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67.xml"/><Relationship Id="rId13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69.xml"/><Relationship Id="rId15" Type="http://schemas.openxmlformats.org/officeDocument/2006/relationships/slideLayout" Target="../slideLayouts/slideLayout270.xml"/><Relationship Id="rId16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2.xml"/><Relationship Id="rId18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74.xml"/><Relationship Id="rId20" Type="http://schemas.openxmlformats.org/officeDocument/2006/relationships/slideLayout" Target="../slideLayouts/slideLayout275.xml"/><Relationship Id="rId21" Type="http://schemas.openxmlformats.org/officeDocument/2006/relationships/slideLayout" Target="../slideLayouts/slideLayout276.xml"/><Relationship Id="rId22" Type="http://schemas.openxmlformats.org/officeDocument/2006/relationships/slideLayout" Target="../slideLayouts/slideLayout277.xml"/><Relationship Id="rId23" Type="http://schemas.openxmlformats.org/officeDocument/2006/relationships/slideLayout" Target="../slideLayouts/slideLayout278.xml"/><Relationship Id="rId24" Type="http://schemas.openxmlformats.org/officeDocument/2006/relationships/slideLayout" Target="../slideLayouts/slideLayout279.xml"/><Relationship Id="rId25" Type="http://schemas.openxmlformats.org/officeDocument/2006/relationships/slideLayout" Target="../slideLayouts/slideLayout280.xml"/><Relationship Id="rId26" Type="http://schemas.openxmlformats.org/officeDocument/2006/relationships/slideLayout" Target="../slideLayouts/slideLayout281.xml"/><Relationship Id="rId27" Type="http://schemas.openxmlformats.org/officeDocument/2006/relationships/slideLayout" Target="../slideLayouts/slideLayout282.xml"/><Relationship Id="rId28" Type="http://schemas.openxmlformats.org/officeDocument/2006/relationships/slideLayout" Target="../slideLayouts/slideLayout283.xml"/><Relationship Id="rId29" Type="http://schemas.openxmlformats.org/officeDocument/2006/relationships/slideLayout" Target="../slideLayouts/slideLayout284.xml"/><Relationship Id="rId30" Type="http://schemas.openxmlformats.org/officeDocument/2006/relationships/slideLayout" Target="../slideLayouts/slideLayout285.xml"/><Relationship Id="rId31" Type="http://schemas.openxmlformats.org/officeDocument/2006/relationships/slideLayout" Target="../slideLayouts/slideLayout286.xml"/><Relationship Id="rId32" Type="http://schemas.openxmlformats.org/officeDocument/2006/relationships/slideLayout" Target="../slideLayouts/slideLayout287.xml"/><Relationship Id="rId33" Type="http://schemas.openxmlformats.org/officeDocument/2006/relationships/slideLayout" Target="../slideLayouts/slideLayout288.xml"/><Relationship Id="rId34" Type="http://schemas.openxmlformats.org/officeDocument/2006/relationships/slideLayout" Target="../slideLayouts/slideLayout289.xml"/><Relationship Id="rId35" Type="http://schemas.openxmlformats.org/officeDocument/2006/relationships/slideLayout" Target="../slideLayouts/slideLayout290.xml"/><Relationship Id="rId36" Type="http://schemas.openxmlformats.org/officeDocument/2006/relationships/theme" Target="../theme/theme16.xml"/><Relationship Id="rId37" Type="http://schemas.openxmlformats.org/officeDocument/2006/relationships/image" Target="../media/image25.png"/><Relationship Id="rId38" Type="http://schemas.openxmlformats.org/officeDocument/2006/relationships/image" Target="../media/image26.svg"/><Relationship Id="rId39" Type="http://schemas.openxmlformats.org/officeDocument/2006/relationships/image" Target="../media/image21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1.xml"/><Relationship Id="rId2" Type="http://schemas.openxmlformats.org/officeDocument/2006/relationships/theme" Target="../theme/theme17.xml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image" Target="../media/image2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814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661" r:id="rId2"/>
    <p:sldLayoutId id="2147483662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66">
          <p15:clr>
            <a:srgbClr val="F26B43"/>
          </p15:clr>
        </p15:guide>
        <p15:guide id="3" pos="247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94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2729">
          <p15:clr>
            <a:srgbClr val="F26B43"/>
          </p15:clr>
        </p15:guide>
        <p15:guide id="3" pos="7446">
          <p15:clr>
            <a:srgbClr val="F26B43"/>
          </p15:clr>
        </p15:guide>
        <p15:guide id="4" orient="horz" pos="2024">
          <p15:clr>
            <a:srgbClr val="F26B43"/>
          </p15:clr>
        </p15:guide>
        <p15:guide id="5" orient="horz" pos="2205">
          <p15:clr>
            <a:srgbClr val="F26B43"/>
          </p15:clr>
        </p15:guide>
        <p15:guide id="6" orient="horz" pos="397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03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702" r:id="rId9"/>
    <p:sldLayoutId id="2147483703" r:id="rId10"/>
    <p:sldLayoutId id="2147483711" r:id="rId11"/>
    <p:sldLayoutId id="214748398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114715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18" y="1825625"/>
            <a:ext cx="114715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13985" y="6311899"/>
            <a:ext cx="1217797" cy="323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C554F-2335-4EBA-A5CB-7E6DBA707A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36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0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114715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18" y="1825625"/>
            <a:ext cx="114715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13985" y="6311899"/>
            <a:ext cx="1217797" cy="323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C554F-2335-4EBA-A5CB-7E6DBA707A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82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06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114715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18" y="1825625"/>
            <a:ext cx="114715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13985" y="6311899"/>
            <a:ext cx="1217797" cy="323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C554F-2335-4EBA-A5CB-7E6DBA707A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70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114715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13985" y="6311899"/>
            <a:ext cx="1217797" cy="323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C554F-2335-4EBA-A5CB-7E6DBA707A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176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8D0C8389-FDB6-4FEF-99AD-18501FB37A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39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</p:sldLayoutIdLst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22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22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22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22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112" y="369218"/>
            <a:ext cx="10595713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AF93FCE7-DBB4-9F4D-BD6A-3D02A5FEEA2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96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981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  <p:sldLayoutId id="2147483992" r:id="rId12"/>
    <p:sldLayoutId id="2147483993" r:id="rId13"/>
    <p:sldLayoutId id="2147483994" r:id="rId14"/>
    <p:sldLayoutId id="2147483996" r:id="rId15"/>
    <p:sldLayoutId id="2147483997" r:id="rId16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20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20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20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20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44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  <p:sldLayoutId id="2147483770" r:id="rId23"/>
    <p:sldLayoutId id="2147483771" r:id="rId24"/>
    <p:sldLayoutId id="2147483772" r:id="rId25"/>
    <p:sldLayoutId id="2147483773" r:id="rId26"/>
    <p:sldLayoutId id="2147483774" r:id="rId27"/>
    <p:sldLayoutId id="2147483775" r:id="rId28"/>
    <p:sldLayoutId id="2147483776" r:id="rId29"/>
    <p:sldLayoutId id="2147483777" r:id="rId30"/>
    <p:sldLayoutId id="2147483778" r:id="rId31"/>
    <p:sldLayoutId id="2147483779" r:id="rId32"/>
    <p:sldLayoutId id="2147483780" r:id="rId33"/>
    <p:sldLayoutId id="2147483781" r:id="rId34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6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6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924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800" r:id="rId18"/>
    <p:sldLayoutId id="2147483801" r:id="rId19"/>
    <p:sldLayoutId id="2147483802" r:id="rId20"/>
    <p:sldLayoutId id="2147483803" r:id="rId21"/>
    <p:sldLayoutId id="2147483804" r:id="rId22"/>
    <p:sldLayoutId id="2147483805" r:id="rId23"/>
    <p:sldLayoutId id="2147483806" r:id="rId24"/>
    <p:sldLayoutId id="2147483807" r:id="rId25"/>
    <p:sldLayoutId id="2147483808" r:id="rId26"/>
    <p:sldLayoutId id="2147483809" r:id="rId27"/>
    <p:sldLayoutId id="2147483810" r:id="rId28"/>
    <p:sldLayoutId id="2147483811" r:id="rId29"/>
    <p:sldLayoutId id="2147483812" r:id="rId30"/>
    <p:sldLayoutId id="2147483813" r:id="rId31"/>
    <p:sldLayoutId id="2147483814" r:id="rId32"/>
    <p:sldLayoutId id="2147483815" r:id="rId33"/>
    <p:sldLayoutId id="2147483816" r:id="rId34"/>
    <p:sldLayoutId id="2147483817" r:id="rId35"/>
    <p:sldLayoutId id="2147483818" r:id="rId36"/>
    <p:sldLayoutId id="2147483819" r:id="rId37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9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9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9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9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08" y="369218"/>
            <a:ext cx="11436917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15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  <p:sldLayoutId id="2147483837" r:id="rId17"/>
    <p:sldLayoutId id="2147483838" r:id="rId18"/>
    <p:sldLayoutId id="2147483839" r:id="rId19"/>
    <p:sldLayoutId id="2147483840" r:id="rId20"/>
    <p:sldLayoutId id="2147483841" r:id="rId21"/>
    <p:sldLayoutId id="2147483842" r:id="rId22"/>
    <p:sldLayoutId id="2147483843" r:id="rId23"/>
    <p:sldLayoutId id="2147483844" r:id="rId24"/>
    <p:sldLayoutId id="2147483845" r:id="rId25"/>
    <p:sldLayoutId id="2147483846" r:id="rId26"/>
    <p:sldLayoutId id="2147483847" r:id="rId27"/>
    <p:sldLayoutId id="2147483848" r:id="rId28"/>
    <p:sldLayoutId id="2147483849" r:id="rId29"/>
    <p:sldLayoutId id="2147483850" r:id="rId30"/>
    <p:sldLayoutId id="2147483851" r:id="rId31"/>
    <p:sldLayoutId id="2147483852" r:id="rId32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4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4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34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34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112" y="369218"/>
            <a:ext cx="10595713" cy="68761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210" y="1175414"/>
            <a:ext cx="11435615" cy="5303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5" y="6584739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AF93FCE7-DBB4-9F4D-BD6A-3D02A5FEEA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12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15000"/>
        <a:buFontTx/>
        <a:buNone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13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13"/>
        </a:buBlip>
        <a:tabLst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0000"/>
        <a:buFontTx/>
        <a:buBlip>
          <a:blip r:embed="rId13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591" indent="-266693" algn="l" defTabSz="914377" rtl="0" eaLnBrk="1" latinLnBrk="0" hangingPunct="1">
        <a:lnSpc>
          <a:spcPct val="100000"/>
        </a:lnSpc>
        <a:spcBef>
          <a:spcPts val="0"/>
        </a:spcBef>
        <a:spcAft>
          <a:spcPts val="651"/>
        </a:spcAft>
        <a:buSzPct val="125000"/>
        <a:buFontTx/>
        <a:buBlip>
          <a:blip r:embed="rId13"/>
        </a:buBlip>
        <a:tabLst/>
        <a:defRPr sz="18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9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1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5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83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3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7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1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5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9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374" y="1138012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76" y="1944209"/>
            <a:ext cx="9490362" cy="42327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863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  <p:sldLayoutId id="2147483881" r:id="rId18"/>
  </p:sldLayoutIdLst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SzPct val="115000"/>
        <a:buFontTx/>
        <a:buBlip>
          <a:blip r:embed="rId20"/>
        </a:buBlip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5000"/>
        <a:buFontTx/>
        <a:buBlip>
          <a:blip r:embed="rId20"/>
        </a:buBlip>
        <a:tabLst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0000"/>
        <a:buFontTx/>
        <a:buBlip>
          <a:blip r:embed="rId20"/>
        </a:buBlip>
        <a:tabLst/>
        <a:defRPr sz="1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SzPct val="120000"/>
        <a:buFontTx/>
        <a:buBlip>
          <a:blip r:embed="rId20"/>
        </a:buBlip>
        <a:tabLst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SzPct val="125000"/>
        <a:buFontTx/>
        <a:buBlip>
          <a:blip r:embed="rId20"/>
        </a:buBlip>
        <a:tabLst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0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4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78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2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6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0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4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8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374" y="1138012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76" y="1944209"/>
            <a:ext cx="9490362" cy="42327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2699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  <p:sldLayoutId id="2147483900" r:id="rId15"/>
    <p:sldLayoutId id="2147483901" r:id="rId16"/>
    <p:sldLayoutId id="2147483902" r:id="rId17"/>
    <p:sldLayoutId id="2147483903" r:id="rId18"/>
    <p:sldLayoutId id="2147483904" r:id="rId19"/>
    <p:sldLayoutId id="2147483905" r:id="rId20"/>
    <p:sldLayoutId id="2147483906" r:id="rId21"/>
    <p:sldLayoutId id="2147483907" r:id="rId22"/>
    <p:sldLayoutId id="2147483908" r:id="rId23"/>
    <p:sldLayoutId id="2147483909" r:id="rId24"/>
    <p:sldLayoutId id="2147483910" r:id="rId25"/>
    <p:sldLayoutId id="2147483911" r:id="rId26"/>
    <p:sldLayoutId id="2147483912" r:id="rId27"/>
    <p:sldLayoutId id="2147483913" r:id="rId28"/>
    <p:sldLayoutId id="2147483914" r:id="rId29"/>
    <p:sldLayoutId id="2147483915" r:id="rId30"/>
    <p:sldLayoutId id="2147483916" r:id="rId31"/>
    <p:sldLayoutId id="2147483917" r:id="rId32"/>
    <p:sldLayoutId id="2147483918" r:id="rId33"/>
    <p:sldLayoutId id="2147483919" r:id="rId34"/>
    <p:sldLayoutId id="2147483920" r:id="rId35"/>
    <p:sldLayoutId id="2147483921" r:id="rId36"/>
    <p:sldLayoutId id="2147483922" r:id="rId37"/>
    <p:sldLayoutId id="2147483923" r:id="rId38"/>
    <p:sldLayoutId id="2147483924" r:id="rId39"/>
    <p:sldLayoutId id="2147483925" r:id="rId40"/>
    <p:sldLayoutId id="2147483926" r:id="rId41"/>
    <p:sldLayoutId id="2147483927" r:id="rId42"/>
    <p:sldLayoutId id="2147483928" r:id="rId43"/>
    <p:sldLayoutId id="2147483929" r:id="rId44"/>
    <p:sldLayoutId id="2147483930" r:id="rId45"/>
    <p:sldLayoutId id="2147483931" r:id="rId46"/>
    <p:sldLayoutId id="2147483932" r:id="rId47"/>
    <p:sldLayoutId id="2147483933" r:id="rId48"/>
    <p:sldLayoutId id="2147483934" r:id="rId49"/>
    <p:sldLayoutId id="2147483935" r:id="rId50"/>
    <p:sldLayoutId id="2147483936" r:id="rId51"/>
    <p:sldLayoutId id="2147483937" r:id="rId52"/>
    <p:sldLayoutId id="2147483938" r:id="rId53"/>
    <p:sldLayoutId id="2147483939" r:id="rId54"/>
    <p:sldLayoutId id="2147483940" r:id="rId55"/>
    <p:sldLayoutId id="2147483941" r:id="rId56"/>
  </p:sldLayoutIdLst>
  <p:hf hdr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SzPct val="115000"/>
        <a:buFontTx/>
        <a:buBlip>
          <a:blip r:embed="rId58"/>
        </a:buBlip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5000"/>
        <a:buFontTx/>
        <a:buBlip>
          <a:blip r:embed="rId58"/>
        </a:buBlip>
        <a:tabLst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0000"/>
        <a:buFontTx/>
        <a:buBlip>
          <a:blip r:embed="rId58"/>
        </a:buBlip>
        <a:tabLst/>
        <a:defRPr sz="1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SzPct val="120000"/>
        <a:buFontTx/>
        <a:buBlip>
          <a:blip r:embed="rId58"/>
        </a:buBlip>
        <a:tabLst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SzPct val="125000"/>
        <a:buFontTx/>
        <a:buBlip>
          <a:blip r:embed="rId58"/>
        </a:buBlip>
        <a:tabLst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0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4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78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2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6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0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4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8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9DFF0C5-4C99-4CAF-9A83-22496076BB8D}"/>
              </a:ext>
            </a:extLst>
          </p:cNvPr>
          <p:cNvSpPr txBox="1">
            <a:spLocks/>
          </p:cNvSpPr>
          <p:nvPr/>
        </p:nvSpPr>
        <p:spPr>
          <a:xfrm>
            <a:off x="1349374" y="1138012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Click to edit Master title style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 Black" panose="00000A00000000000000" pitchFamily="2" charset="0"/>
              <a:ea typeface="+mj-ea"/>
              <a:cs typeface="+mj-cs"/>
            </a:endParaRPr>
          </a:p>
        </p:txBody>
      </p:sp>
      <p:pic>
        <p:nvPicPr>
          <p:cNvPr id="8" name="Graphic 31">
            <a:extLst>
              <a:ext uri="{FF2B5EF4-FFF2-40B4-BE49-F238E27FC236}">
                <a16:creationId xmlns:a16="http://schemas.microsoft.com/office/drawing/2014/main" id="{15850D63-A695-4E54-9B50-1380DF3F293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1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4" r:id="rId12"/>
    <p:sldLayoutId id="2147483955" r:id="rId13"/>
    <p:sldLayoutId id="2147483956" r:id="rId14"/>
    <p:sldLayoutId id="2147483957" r:id="rId15"/>
    <p:sldLayoutId id="2147483958" r:id="rId16"/>
    <p:sldLayoutId id="2147483959" r:id="rId17"/>
    <p:sldLayoutId id="2147483960" r:id="rId18"/>
    <p:sldLayoutId id="2147483961" r:id="rId19"/>
    <p:sldLayoutId id="2147483962" r:id="rId20"/>
    <p:sldLayoutId id="2147483963" r:id="rId21"/>
    <p:sldLayoutId id="2147483964" r:id="rId22"/>
    <p:sldLayoutId id="2147483965" r:id="rId23"/>
    <p:sldLayoutId id="2147483966" r:id="rId24"/>
    <p:sldLayoutId id="2147483967" r:id="rId25"/>
    <p:sldLayoutId id="2147483968" r:id="rId26"/>
    <p:sldLayoutId id="2147483969" r:id="rId27"/>
    <p:sldLayoutId id="2147483970" r:id="rId28"/>
    <p:sldLayoutId id="2147483971" r:id="rId29"/>
    <p:sldLayoutId id="2147483972" r:id="rId30"/>
    <p:sldLayoutId id="2147483973" r:id="rId31"/>
    <p:sldLayoutId id="2147483974" r:id="rId32"/>
    <p:sldLayoutId id="2147483975" r:id="rId33"/>
    <p:sldLayoutId id="2147483976" r:id="rId34"/>
    <p:sldLayoutId id="2147483977" r:id="rId35"/>
  </p:sldLayoutIdLst>
  <p:hf hdr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SzPct val="115000"/>
        <a:buFontTx/>
        <a:buBlip>
          <a:blip r:embed="rId39"/>
        </a:buBlip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5000"/>
        <a:buFontTx/>
        <a:buBlip>
          <a:blip r:embed="rId39"/>
        </a:buBlip>
        <a:tabLst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0000"/>
        <a:buFontTx/>
        <a:buBlip>
          <a:blip r:embed="rId39"/>
        </a:buBlip>
        <a:tabLst/>
        <a:defRPr sz="1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SzPct val="120000"/>
        <a:buFontTx/>
        <a:buBlip>
          <a:blip r:embed="rId39"/>
        </a:buBlip>
        <a:tabLst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SzPct val="125000"/>
        <a:buFontTx/>
        <a:buBlip>
          <a:blip r:embed="rId39"/>
        </a:buBlip>
        <a:tabLst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0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4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78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2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6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0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4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8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374" y="1138012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76" y="1944209"/>
            <a:ext cx="9490362" cy="42327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4" name="Graphic 31">
            <a:extLst>
              <a:ext uri="{FF2B5EF4-FFF2-40B4-BE49-F238E27FC236}">
                <a16:creationId xmlns:a16="http://schemas.microsoft.com/office/drawing/2014/main" id="{E04B9394-820E-45B1-AED1-10AA3CC58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25BFF78-5EE7-4B04-B46B-A0F8EF1FD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10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</p:sldLayoutIdLst>
  <p:hf hdr="0" ft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SzPct val="115000"/>
        <a:buFontTx/>
        <a:buBlip>
          <a:blip r:embed="rId5"/>
        </a:buBlip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5000"/>
        <a:buFontTx/>
        <a:buBlip>
          <a:blip r:embed="rId5"/>
        </a:buBlip>
        <a:tabLst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0000"/>
        <a:buFontTx/>
        <a:buBlip>
          <a:blip r:embed="rId5"/>
        </a:buBlip>
        <a:tabLst/>
        <a:defRPr sz="1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SzPct val="120000"/>
        <a:buFontTx/>
        <a:buBlip>
          <a:blip r:embed="rId5"/>
        </a:buBlip>
        <a:tabLst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SzPct val="125000"/>
        <a:buFontTx/>
        <a:buBlip>
          <a:blip r:embed="rId5"/>
        </a:buBlip>
        <a:tabLst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>
          <p15:clr>
            <a:srgbClr val="F26B43"/>
          </p15:clr>
        </p15:guide>
        <p15:guide id="2" orient="horz" pos="4081">
          <p15:clr>
            <a:srgbClr val="F26B43"/>
          </p15:clr>
        </p15:guide>
        <p15:guide id="3" pos="237">
          <p15:clr>
            <a:srgbClr val="F26B43"/>
          </p15:clr>
        </p15:guide>
        <p15:guide id="4" pos="732">
          <p15:clr>
            <a:srgbClr val="F26B43"/>
          </p15:clr>
        </p15:guide>
        <p15:guide id="5" pos="850">
          <p15:clr>
            <a:srgbClr val="F26B43"/>
          </p15:clr>
        </p15:guide>
        <p15:guide id="6" pos="1345">
          <p15:clr>
            <a:srgbClr val="F26B43"/>
          </p15:clr>
        </p15:guide>
        <p15:guide id="7" pos="1460">
          <p15:clr>
            <a:srgbClr val="F26B43"/>
          </p15:clr>
        </p15:guide>
        <p15:guide id="8" pos="1954">
          <p15:clr>
            <a:srgbClr val="F26B43"/>
          </p15:clr>
        </p15:guide>
        <p15:guide id="9" pos="2069">
          <p15:clr>
            <a:srgbClr val="F26B43"/>
          </p15:clr>
        </p15:guide>
        <p15:guide id="10" pos="2564">
          <p15:clr>
            <a:srgbClr val="F26B43"/>
          </p15:clr>
        </p15:guide>
        <p15:guide id="11" pos="2678">
          <p15:clr>
            <a:srgbClr val="F26B43"/>
          </p15:clr>
        </p15:guide>
        <p15:guide id="12" pos="3173">
          <p15:clr>
            <a:srgbClr val="F26B43"/>
          </p15:clr>
        </p15:guide>
        <p15:guide id="13" pos="3288">
          <p15:clr>
            <a:srgbClr val="F26B43"/>
          </p15:clr>
        </p15:guide>
        <p15:guide id="14" pos="3782">
          <p15:clr>
            <a:srgbClr val="F26B43"/>
          </p15:clr>
        </p15:guide>
        <p15:guide id="15" pos="3897">
          <p15:clr>
            <a:srgbClr val="F26B43"/>
          </p15:clr>
        </p15:guide>
        <p15:guide id="16" pos="4392">
          <p15:clr>
            <a:srgbClr val="F26B43"/>
          </p15:clr>
        </p15:guide>
        <p15:guide id="17" pos="4506">
          <p15:clr>
            <a:srgbClr val="F26B43"/>
          </p15:clr>
        </p15:guide>
        <p15:guide id="18" pos="5001">
          <p15:clr>
            <a:srgbClr val="F26B43"/>
          </p15:clr>
        </p15:guide>
        <p15:guide id="19" pos="5115">
          <p15:clr>
            <a:srgbClr val="F26B43"/>
          </p15:clr>
        </p15:guide>
        <p15:guide id="20" pos="5610">
          <p15:clr>
            <a:srgbClr val="F26B43"/>
          </p15:clr>
        </p15:guide>
        <p15:guide id="21" pos="5725">
          <p15:clr>
            <a:srgbClr val="F26B43"/>
          </p15:clr>
        </p15:guide>
        <p15:guide id="22" pos="6220">
          <p15:clr>
            <a:srgbClr val="F26B43"/>
          </p15:clr>
        </p15:guide>
        <p15:guide id="23" pos="6334">
          <p15:clr>
            <a:srgbClr val="F26B43"/>
          </p15:clr>
        </p15:guide>
        <p15:guide id="24" pos="6829">
          <p15:clr>
            <a:srgbClr val="F26B43"/>
          </p15:clr>
        </p15:guide>
        <p15:guide id="25" pos="6943">
          <p15:clr>
            <a:srgbClr val="F26B43"/>
          </p15:clr>
        </p15:guide>
        <p15:guide id="26" pos="7438">
          <p15:clr>
            <a:srgbClr val="F26B43"/>
          </p15:clr>
        </p15:guide>
        <p15:guide id="27" pos="3840">
          <p15:clr>
            <a:srgbClr val="9FCC3B"/>
          </p15:clr>
        </p15:guide>
        <p15:guide id="28" orient="horz" pos="2160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1.xml"/><Relationship Id="rId2" Type="http://schemas.openxmlformats.org/officeDocument/2006/relationships/notesSlide" Target="../notesSlides/notesSlide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9.xml"/><Relationship Id="rId2" Type="http://schemas.openxmlformats.org/officeDocument/2006/relationships/notesSlide" Target="../notesSlides/notesSlide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9.xml"/><Relationship Id="rId2" Type="http://schemas.openxmlformats.org/officeDocument/2006/relationships/notesSlide" Target="../notesSlides/notes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image" Target="../media/image59.emf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Welcome to Fundamentals of Data Storytelling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74C1E-BCAB-0427-0E72-9B4B37C4E2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785" y="4854575"/>
            <a:ext cx="6604609" cy="709613"/>
          </a:xfrm>
        </p:spPr>
        <p:txBody>
          <a:bodyPr/>
          <a:lstStyle/>
          <a:p>
            <a:pPr marL="0" indent="0">
              <a:buNone/>
            </a:pPr>
            <a:r>
              <a:rPr lang="en-GB" sz="2800" dirty="0"/>
              <a:t>9:30 – 16:30</a:t>
            </a:r>
          </a:p>
        </p:txBody>
      </p:sp>
    </p:spTree>
    <p:extLst>
      <p:ext uri="{BB962C8B-B14F-4D97-AF65-F5344CB8AC3E}">
        <p14:creationId xmlns:p14="http://schemas.microsoft.com/office/powerpoint/2010/main" val="1106390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856D05-8AD2-4A71-A8B2-F7EB9BB1B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1348740" y="559753"/>
            <a:ext cx="7381875" cy="67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>
                <a:latin typeface="Montserrat Black" panose="00000A00000000000000" pitchFamily="2" charset="0"/>
              </a:rPr>
              <a:t>Troubleshooting </a:t>
            </a:r>
          </a:p>
          <a:p>
            <a:endParaRPr lang="en-GB" sz="3600" dirty="0">
              <a:latin typeface="Montserrat Black" panose="00000A00000000000000" pitchFamily="2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E3347BC-3B4B-416B-928C-42A9D7FCA8DA}"/>
              </a:ext>
            </a:extLst>
          </p:cNvPr>
          <p:cNvGraphicFramePr/>
          <p:nvPr/>
        </p:nvGraphicFramePr>
        <p:xfrm>
          <a:off x="2172729" y="1412776"/>
          <a:ext cx="8459775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5351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GB" dirty="0">
                <a:ln w="0"/>
                <a:latin typeface="+mj-lt"/>
              </a:rPr>
              <a:t>CHAT WINDOW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GB" sz="2800" dirty="0">
              <a:ln w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b="0" dirty="0">
                <a:ln w="0"/>
              </a:rPr>
              <a:t>Ask and answer questions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b="0" dirty="0">
                <a:ln w="0"/>
              </a:rPr>
              <a:t>Add comments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958702-937B-49B5-AB5D-B662205C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569" y="574507"/>
            <a:ext cx="3529368" cy="57359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43FB79-24E2-41DA-B689-509D1A399EE5}"/>
              </a:ext>
            </a:extLst>
          </p:cNvPr>
          <p:cNvSpPr/>
          <p:nvPr/>
        </p:nvSpPr>
        <p:spPr>
          <a:xfrm>
            <a:off x="7576458" y="5834743"/>
            <a:ext cx="1889760" cy="448750"/>
          </a:xfrm>
          <a:prstGeom prst="round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1417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73027" y="1354194"/>
            <a:ext cx="3657827" cy="3064853"/>
          </a:xfrm>
        </p:spPr>
        <p:txBody>
          <a:bodyPr>
            <a:normAutofit fontScale="92500" lnSpcReduction="10000"/>
          </a:bodyPr>
          <a:lstStyle/>
          <a:p>
            <a:r>
              <a:rPr lang="en-GB" sz="3600" dirty="0">
                <a:latin typeface="+mj-lt"/>
              </a:rPr>
              <a:t>REACTIONS</a:t>
            </a:r>
            <a:br>
              <a:rPr lang="en-GB" sz="3600" dirty="0">
                <a:latin typeface="+mj-lt"/>
              </a:rPr>
            </a:br>
            <a:r>
              <a:rPr lang="en-GB" sz="3600" dirty="0">
                <a:latin typeface="+mj-lt"/>
              </a:rPr>
              <a:t>AND RAISED HANDS</a:t>
            </a:r>
          </a:p>
          <a:p>
            <a:endParaRPr lang="en-GB" sz="40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Finding a topic interesting?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Got a question?</a:t>
            </a:r>
          </a:p>
          <a:p>
            <a:pPr>
              <a:lnSpc>
                <a:spcPct val="150000"/>
              </a:lnSpc>
            </a:pPr>
            <a:endParaRPr lang="en-GB" sz="1700" dirty="0"/>
          </a:p>
          <a:p>
            <a:endParaRPr lang="en-GB" sz="40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4572D7-68FE-4D1F-8F4D-ADA137B38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935" y="1166497"/>
            <a:ext cx="2686425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68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Course topics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4886008" y="1094818"/>
            <a:ext cx="6166802" cy="499366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Understand what data storytelling 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Translate and clarify questions.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Understand what the question means and how to ask it better.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Work with underlying data quality.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Build a meaningful insight.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Define a hypothesis.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Identify the audience.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Build effective visuals.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Creating a compelling narrative.</a:t>
            </a:r>
          </a:p>
        </p:txBody>
      </p:sp>
    </p:spTree>
    <p:extLst>
      <p:ext uri="{BB962C8B-B14F-4D97-AF65-F5344CB8AC3E}">
        <p14:creationId xmlns:p14="http://schemas.microsoft.com/office/powerpoint/2010/main" val="148808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E03773-A1AC-C255-128E-7062152643F1}"/>
              </a:ext>
            </a:extLst>
          </p:cNvPr>
          <p:cNvSpPr txBox="1"/>
          <p:nvPr/>
        </p:nvSpPr>
        <p:spPr>
          <a:xfrm>
            <a:off x="4523977" y="610058"/>
            <a:ext cx="7489145" cy="52850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lnSpcReduction="10000"/>
          </a:bodyPr>
          <a:lstStyle/>
          <a:p>
            <a:pPr algn="l"/>
            <a:r>
              <a:rPr lang="en-GB" sz="3600" dirty="0">
                <a:latin typeface="Montserrat Black" panose="00000A00000000000000" pitchFamily="2" charset="0"/>
              </a:rPr>
              <a:t>Questions?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2D580-5FDD-A476-3852-5E093CE7E5D5}"/>
              </a:ext>
            </a:extLst>
          </p:cNvPr>
          <p:cNvSpPr txBox="1"/>
          <p:nvPr/>
        </p:nvSpPr>
        <p:spPr>
          <a:xfrm>
            <a:off x="4900311" y="5774438"/>
            <a:ext cx="7489145" cy="52850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lnSpcReduction="10000"/>
          </a:bodyPr>
          <a:lstStyle/>
          <a:p>
            <a:pPr algn="l"/>
            <a:r>
              <a:rPr lang="en-GB" sz="3600" dirty="0">
                <a:latin typeface="Montserrat Black" panose="00000A00000000000000" pitchFamily="2" charset="0"/>
              </a:rPr>
              <a:t>Just ask!</a:t>
            </a:r>
          </a:p>
        </p:txBody>
      </p:sp>
      <p:pic>
        <p:nvPicPr>
          <p:cNvPr id="6" name="Picture 5" descr="A group of people pos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37BE4A41-319F-F6E7-51CA-A70E2E3D11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422" y="1006438"/>
            <a:ext cx="4900127" cy="4900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12DFB9-630C-D8ED-401E-C98824A86C67}"/>
              </a:ext>
            </a:extLst>
          </p:cNvPr>
          <p:cNvSpPr txBox="1"/>
          <p:nvPr/>
        </p:nvSpPr>
        <p:spPr>
          <a:xfrm>
            <a:off x="10841923" y="6593747"/>
            <a:ext cx="2946733" cy="52850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en-GB" sz="800" dirty="0">
                <a:solidFill>
                  <a:schemeClr val="bg2">
                    <a:lumMod val="50000"/>
                  </a:schemeClr>
                </a:solidFill>
              </a:rPr>
              <a:t>Graphics by </a:t>
            </a:r>
            <a:r>
              <a:rPr lang="en-GB" sz="800" dirty="0" err="1">
                <a:solidFill>
                  <a:schemeClr val="bg2">
                    <a:lumMod val="50000"/>
                  </a:schemeClr>
                </a:solidFill>
              </a:rPr>
              <a:t>Storyset</a:t>
            </a:r>
            <a:endParaRPr lang="en-GB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4F606F-C84F-8934-1DC1-4C23C0F32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76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4294967295"/>
          </p:nvPr>
        </p:nvSpPr>
        <p:spPr>
          <a:xfrm>
            <a:off x="1232424" y="371413"/>
            <a:ext cx="7381875" cy="676275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Montserrat Black" panose="00000A00000000000000" pitchFamily="2" charset="0"/>
              </a:rPr>
              <a:t>Meet and greet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02254" y="1712305"/>
            <a:ext cx="2182874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Your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58517" y="1712305"/>
            <a:ext cx="2300926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Your company and what it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02254" y="3630316"/>
            <a:ext cx="2182874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Role and key responsibilities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4165" y="3630317"/>
            <a:ext cx="2265278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Specific aims for the course </a:t>
            </a:r>
          </a:p>
        </p:txBody>
      </p:sp>
      <p:pic>
        <p:nvPicPr>
          <p:cNvPr id="4" name="Picture 3" descr="A group of men posing for a picture&#10;&#10;Description automatically generated with medium confidence">
            <a:extLst>
              <a:ext uri="{FF2B5EF4-FFF2-40B4-BE49-F238E27FC236}">
                <a16:creationId xmlns:a16="http://schemas.microsoft.com/office/drawing/2014/main" id="{75C38DE9-48A6-D45E-28A1-79CC5B3B28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32" y="756833"/>
            <a:ext cx="5945808" cy="59458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053F35-09C8-C557-05BE-F95D23E59E7D}"/>
              </a:ext>
            </a:extLst>
          </p:cNvPr>
          <p:cNvSpPr txBox="1"/>
          <p:nvPr/>
        </p:nvSpPr>
        <p:spPr>
          <a:xfrm>
            <a:off x="10841923" y="6593747"/>
            <a:ext cx="2946733" cy="52850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Graphics by </a:t>
            </a:r>
            <a:r>
              <a:rPr kumimoji="0" lang="en-GB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Storyset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365582-ED41-473C-5E5A-C6CDB01D9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92D59-8F09-EF4B-AD6D-DA609442F868}" type="slidenum">
              <a:rPr kumimoji="0" lang="en-GB" sz="760" b="1" i="0" u="none" strike="noStrike" kern="1200" cap="none" spc="0" normalizeH="0" baseline="0" noProof="0" smtClean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760" b="1" i="0" u="none" strike="noStrike" kern="1200" cap="none" spc="0" normalizeH="0" baseline="0" noProof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03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52375" y="1836400"/>
            <a:ext cx="2553810" cy="1047750"/>
          </a:xfrm>
        </p:spPr>
        <p:txBody>
          <a:bodyPr>
            <a:normAutofit fontScale="90000"/>
          </a:bodyPr>
          <a:lstStyle/>
          <a:p>
            <a:r>
              <a:rPr lang="en-GB" dirty="0"/>
              <a:t>What Sector do you work in…?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237809" y="554365"/>
            <a:ext cx="8829604" cy="4544314"/>
            <a:chOff x="3102964" y="671044"/>
            <a:chExt cx="8829604" cy="4544314"/>
          </a:xfrm>
        </p:grpSpPr>
        <p:sp>
          <p:nvSpPr>
            <p:cNvPr id="7" name="Freeform 6"/>
            <p:cNvSpPr/>
            <p:nvPr/>
          </p:nvSpPr>
          <p:spPr>
            <a:xfrm>
              <a:off x="4804428" y="3494881"/>
              <a:ext cx="2004320" cy="1720477"/>
            </a:xfrm>
            <a:custGeom>
              <a:avLst/>
              <a:gdLst>
                <a:gd name="connsiteX0" fmla="*/ 0 w 2004320"/>
                <a:gd name="connsiteY0" fmla="*/ 860239 h 1720477"/>
                <a:gd name="connsiteX1" fmla="*/ 430119 w 2004320"/>
                <a:gd name="connsiteY1" fmla="*/ 0 h 1720477"/>
                <a:gd name="connsiteX2" fmla="*/ 1574201 w 2004320"/>
                <a:gd name="connsiteY2" fmla="*/ 0 h 1720477"/>
                <a:gd name="connsiteX3" fmla="*/ 2004320 w 2004320"/>
                <a:gd name="connsiteY3" fmla="*/ 860239 h 1720477"/>
                <a:gd name="connsiteX4" fmla="*/ 1574201 w 2004320"/>
                <a:gd name="connsiteY4" fmla="*/ 1720477 h 1720477"/>
                <a:gd name="connsiteX5" fmla="*/ 430119 w 2004320"/>
                <a:gd name="connsiteY5" fmla="*/ 1720477 h 1720477"/>
                <a:gd name="connsiteX6" fmla="*/ 0 w 2004320"/>
                <a:gd name="connsiteY6" fmla="*/ 860239 h 172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4320" h="1720477">
                  <a:moveTo>
                    <a:pt x="0" y="860239"/>
                  </a:moveTo>
                  <a:lnTo>
                    <a:pt x="430119" y="0"/>
                  </a:lnTo>
                  <a:lnTo>
                    <a:pt x="1574201" y="0"/>
                  </a:lnTo>
                  <a:lnTo>
                    <a:pt x="2004320" y="860239"/>
                  </a:lnTo>
                  <a:lnTo>
                    <a:pt x="1574201" y="1720477"/>
                  </a:lnTo>
                  <a:lnTo>
                    <a:pt x="430119" y="1720477"/>
                  </a:lnTo>
                  <a:lnTo>
                    <a:pt x="0" y="860239"/>
                  </a:lnTo>
                  <a:close/>
                </a:path>
              </a:pathLst>
            </a:custGeom>
          </p:spPr>
          <p:style>
            <a:lnRef idx="1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0" tIns="0" rIns="0" bIns="0" numCol="1" spcCol="1270" anchor="ctr" anchorCtr="0">
              <a:noAutofit/>
            </a:bodyPr>
            <a:lstStyle/>
            <a:p>
              <a:pPr lvl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000" b="1" dirty="0">
                  <a:solidFill>
                    <a:schemeClr val="tx1"/>
                  </a:solidFill>
                </a:rPr>
                <a:t>Transport</a:t>
              </a:r>
              <a:endParaRPr lang="en-GB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Hexagon 8"/>
            <p:cNvSpPr/>
            <p:nvPr/>
          </p:nvSpPr>
          <p:spPr>
            <a:xfrm>
              <a:off x="3102964" y="2559661"/>
              <a:ext cx="2004320" cy="172047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4050">
                <a:alpha val="90000"/>
              </a:srgbClr>
            </a:solidFill>
            <a:ln>
              <a:solidFill>
                <a:schemeClr val="bg1"/>
              </a:solidFill>
            </a:ln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vert="horz" wrap="none" lIns="0" tIns="0" rIns="0" bIns="0"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</a:rPr>
                <a:t>Finance</a:t>
              </a:r>
              <a:endParaRPr lang="en-GB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6504127" y="2546483"/>
              <a:ext cx="2004320" cy="1720477"/>
            </a:xfrm>
            <a:custGeom>
              <a:avLst/>
              <a:gdLst>
                <a:gd name="connsiteX0" fmla="*/ 0 w 2004320"/>
                <a:gd name="connsiteY0" fmla="*/ 860239 h 1720477"/>
                <a:gd name="connsiteX1" fmla="*/ 430119 w 2004320"/>
                <a:gd name="connsiteY1" fmla="*/ 0 h 1720477"/>
                <a:gd name="connsiteX2" fmla="*/ 1574201 w 2004320"/>
                <a:gd name="connsiteY2" fmla="*/ 0 h 1720477"/>
                <a:gd name="connsiteX3" fmla="*/ 2004320 w 2004320"/>
                <a:gd name="connsiteY3" fmla="*/ 860239 h 1720477"/>
                <a:gd name="connsiteX4" fmla="*/ 1574201 w 2004320"/>
                <a:gd name="connsiteY4" fmla="*/ 1720477 h 1720477"/>
                <a:gd name="connsiteX5" fmla="*/ 430119 w 2004320"/>
                <a:gd name="connsiteY5" fmla="*/ 1720477 h 1720477"/>
                <a:gd name="connsiteX6" fmla="*/ 0 w 2004320"/>
                <a:gd name="connsiteY6" fmla="*/ 860239 h 172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4320" h="1720477">
                  <a:moveTo>
                    <a:pt x="0" y="860239"/>
                  </a:moveTo>
                  <a:lnTo>
                    <a:pt x="430119" y="0"/>
                  </a:lnTo>
                  <a:lnTo>
                    <a:pt x="1574201" y="0"/>
                  </a:lnTo>
                  <a:lnTo>
                    <a:pt x="2004320" y="860239"/>
                  </a:lnTo>
                  <a:lnTo>
                    <a:pt x="1574201" y="1720477"/>
                  </a:lnTo>
                  <a:lnTo>
                    <a:pt x="430119" y="1720477"/>
                  </a:lnTo>
                  <a:lnTo>
                    <a:pt x="0" y="860239"/>
                  </a:lnTo>
                  <a:close/>
                </a:path>
              </a:pathLst>
            </a:custGeom>
          </p:spPr>
          <p:style>
            <a:lnRef idx="1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0" tIns="0" rIns="0" bIns="0" numCol="1" spcCol="1270" anchor="ctr" anchorCtr="0">
              <a:noAutofit/>
            </a:bodyPr>
            <a:lstStyle/>
            <a:p>
              <a:pPr lvl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000" b="1" dirty="0">
                  <a:solidFill>
                    <a:schemeClr val="tx1"/>
                  </a:solidFill>
                </a:rPr>
                <a:t>Charity</a:t>
              </a:r>
              <a:endParaRPr lang="en-GB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Hexagon 12"/>
            <p:cNvSpPr/>
            <p:nvPr/>
          </p:nvSpPr>
          <p:spPr>
            <a:xfrm>
              <a:off x="8212656" y="3492155"/>
              <a:ext cx="2004320" cy="172047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4050">
                <a:alpha val="90000"/>
              </a:srgbClr>
            </a:solidFill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vert="horz" wrap="none" lIns="0" tIns="0" rIns="0" bIns="0"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</a:rPr>
                <a:t>Education</a:t>
              </a:r>
              <a:endParaRPr lang="en-GB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4804428" y="1619442"/>
              <a:ext cx="2004320" cy="1720477"/>
            </a:xfrm>
            <a:custGeom>
              <a:avLst/>
              <a:gdLst>
                <a:gd name="connsiteX0" fmla="*/ 0 w 2004320"/>
                <a:gd name="connsiteY0" fmla="*/ 860239 h 1720477"/>
                <a:gd name="connsiteX1" fmla="*/ 430119 w 2004320"/>
                <a:gd name="connsiteY1" fmla="*/ 0 h 1720477"/>
                <a:gd name="connsiteX2" fmla="*/ 1574201 w 2004320"/>
                <a:gd name="connsiteY2" fmla="*/ 0 h 1720477"/>
                <a:gd name="connsiteX3" fmla="*/ 2004320 w 2004320"/>
                <a:gd name="connsiteY3" fmla="*/ 860239 h 1720477"/>
                <a:gd name="connsiteX4" fmla="*/ 1574201 w 2004320"/>
                <a:gd name="connsiteY4" fmla="*/ 1720477 h 1720477"/>
                <a:gd name="connsiteX5" fmla="*/ 430119 w 2004320"/>
                <a:gd name="connsiteY5" fmla="*/ 1720477 h 1720477"/>
                <a:gd name="connsiteX6" fmla="*/ 0 w 2004320"/>
                <a:gd name="connsiteY6" fmla="*/ 860239 h 172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4320" h="1720477">
                  <a:moveTo>
                    <a:pt x="0" y="860239"/>
                  </a:moveTo>
                  <a:lnTo>
                    <a:pt x="430119" y="0"/>
                  </a:lnTo>
                  <a:lnTo>
                    <a:pt x="1574201" y="0"/>
                  </a:lnTo>
                  <a:lnTo>
                    <a:pt x="2004320" y="860239"/>
                  </a:lnTo>
                  <a:lnTo>
                    <a:pt x="1574201" y="1720477"/>
                  </a:lnTo>
                  <a:lnTo>
                    <a:pt x="430119" y="1720477"/>
                  </a:lnTo>
                  <a:lnTo>
                    <a:pt x="0" y="860239"/>
                  </a:lnTo>
                  <a:close/>
                </a:path>
              </a:pathLst>
            </a:custGeom>
          </p:spPr>
          <p:style>
            <a:lnRef idx="1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0" tIns="0" rIns="0" bIns="0" numCol="1" spcCol="1270" anchor="ctr" anchorCtr="0">
              <a:noAutofit/>
            </a:bodyPr>
            <a:lstStyle/>
            <a:p>
              <a:pPr lvl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000" b="1" dirty="0">
                  <a:solidFill>
                    <a:schemeClr val="tx1"/>
                  </a:solidFill>
                </a:rPr>
                <a:t>Sales</a:t>
              </a:r>
            </a:p>
          </p:txBody>
        </p:sp>
        <p:sp>
          <p:nvSpPr>
            <p:cNvPr id="17" name="Hexagon 16"/>
            <p:cNvSpPr/>
            <p:nvPr/>
          </p:nvSpPr>
          <p:spPr>
            <a:xfrm>
              <a:off x="6504127" y="671044"/>
              <a:ext cx="2004320" cy="172047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4050">
                <a:alpha val="90000"/>
              </a:srgbClr>
            </a:solidFill>
            <a:ln>
              <a:solidFill>
                <a:schemeClr val="bg1"/>
              </a:solidFill>
            </a:ln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vert="horz" wrap="none" lIns="0" tIns="0" rIns="0" bIns="0"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</a:rPr>
                <a:t>Government</a:t>
              </a:r>
              <a:endParaRPr lang="en-GB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8212656" y="1616716"/>
              <a:ext cx="2004320" cy="1720477"/>
            </a:xfrm>
            <a:custGeom>
              <a:avLst/>
              <a:gdLst>
                <a:gd name="connsiteX0" fmla="*/ 0 w 2004320"/>
                <a:gd name="connsiteY0" fmla="*/ 860239 h 1720477"/>
                <a:gd name="connsiteX1" fmla="*/ 430119 w 2004320"/>
                <a:gd name="connsiteY1" fmla="*/ 0 h 1720477"/>
                <a:gd name="connsiteX2" fmla="*/ 1574201 w 2004320"/>
                <a:gd name="connsiteY2" fmla="*/ 0 h 1720477"/>
                <a:gd name="connsiteX3" fmla="*/ 2004320 w 2004320"/>
                <a:gd name="connsiteY3" fmla="*/ 860239 h 1720477"/>
                <a:gd name="connsiteX4" fmla="*/ 1574201 w 2004320"/>
                <a:gd name="connsiteY4" fmla="*/ 1720477 h 1720477"/>
                <a:gd name="connsiteX5" fmla="*/ 430119 w 2004320"/>
                <a:gd name="connsiteY5" fmla="*/ 1720477 h 1720477"/>
                <a:gd name="connsiteX6" fmla="*/ 0 w 2004320"/>
                <a:gd name="connsiteY6" fmla="*/ 860239 h 172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4320" h="1720477">
                  <a:moveTo>
                    <a:pt x="0" y="860239"/>
                  </a:moveTo>
                  <a:lnTo>
                    <a:pt x="430119" y="0"/>
                  </a:lnTo>
                  <a:lnTo>
                    <a:pt x="1574201" y="0"/>
                  </a:lnTo>
                  <a:lnTo>
                    <a:pt x="2004320" y="860239"/>
                  </a:lnTo>
                  <a:lnTo>
                    <a:pt x="1574201" y="1720477"/>
                  </a:lnTo>
                  <a:lnTo>
                    <a:pt x="430119" y="1720477"/>
                  </a:lnTo>
                  <a:lnTo>
                    <a:pt x="0" y="860239"/>
                  </a:lnTo>
                  <a:close/>
                </a:path>
              </a:pathLst>
            </a:custGeom>
          </p:spPr>
          <p:style>
            <a:lnRef idx="1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2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0" tIns="0" rIns="0" bIns="0" numCol="1" spcCol="1270" anchor="ctr" anchorCtr="0">
              <a:noAutofit/>
            </a:bodyPr>
            <a:lstStyle/>
            <a:p>
              <a:pPr lvl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000" b="1" dirty="0">
                  <a:solidFill>
                    <a:schemeClr val="tx1"/>
                  </a:solidFill>
                </a:rPr>
                <a:t>Healthcare</a:t>
              </a:r>
              <a:endParaRPr lang="en-GB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Hexagon 20"/>
            <p:cNvSpPr/>
            <p:nvPr/>
          </p:nvSpPr>
          <p:spPr>
            <a:xfrm>
              <a:off x="9928248" y="2562388"/>
              <a:ext cx="2004320" cy="1720477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4050">
                <a:alpha val="90000"/>
              </a:srgbClr>
            </a:solidFill>
            <a:ln>
              <a:solidFill>
                <a:schemeClr val="bg1"/>
              </a:solidFill>
            </a:ln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vert="horz" wrap="none" lIns="0" tIns="0" rIns="0" bIns="0" anchor="ctr" anchorCtr="0"/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</a:rPr>
                <a:t>Other</a:t>
              </a:r>
            </a:p>
          </p:txBody>
        </p:sp>
      </p:grpSp>
      <p:sp>
        <p:nvSpPr>
          <p:cNvPr id="23" name="Hexagon 22"/>
          <p:cNvSpPr/>
          <p:nvPr/>
        </p:nvSpPr>
        <p:spPr>
          <a:xfrm>
            <a:off x="6638972" y="4305243"/>
            <a:ext cx="2004320" cy="1720477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4050">
              <a:alpha val="90000"/>
            </a:srgbClr>
          </a:solidFill>
          <a:ln>
            <a:solidFill>
              <a:schemeClr val="bg1"/>
            </a:solidFill>
          </a:ln>
        </p:spPr>
        <p:style>
          <a:lnRef idx="1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vert="horz" wrap="none" lIns="0" tIns="0" rIns="0" bIns="0" anchor="ctr" anchorCtr="0"/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IT</a:t>
            </a:r>
          </a:p>
        </p:txBody>
      </p:sp>
    </p:spTree>
    <p:extLst>
      <p:ext uri="{BB962C8B-B14F-4D97-AF65-F5344CB8AC3E}">
        <p14:creationId xmlns:p14="http://schemas.microsoft.com/office/powerpoint/2010/main" val="3552976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4787551" y="1349985"/>
          <a:ext cx="6395561" cy="2892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A904EC-2D1B-3725-78DC-550FB5B4F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0180" y="1491504"/>
            <a:ext cx="3443732" cy="2751999"/>
          </a:xfrm>
        </p:spPr>
        <p:txBody>
          <a:bodyPr/>
          <a:lstStyle/>
          <a:p>
            <a:r>
              <a:rPr lang="en-GB" dirty="0"/>
              <a:t>Your experience</a:t>
            </a:r>
          </a:p>
        </p:txBody>
      </p:sp>
    </p:spTree>
    <p:extLst>
      <p:ext uri="{BB962C8B-B14F-4D97-AF65-F5344CB8AC3E}">
        <p14:creationId xmlns:p14="http://schemas.microsoft.com/office/powerpoint/2010/main" val="2861476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Let’s get started…</a:t>
            </a:r>
          </a:p>
        </p:txBody>
      </p:sp>
    </p:spTree>
    <p:extLst>
      <p:ext uri="{BB962C8B-B14F-4D97-AF65-F5344CB8AC3E}">
        <p14:creationId xmlns:p14="http://schemas.microsoft.com/office/powerpoint/2010/main" val="1040363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0E4E-8CEF-4154-BCB8-6661ACCA6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7301" y="344971"/>
            <a:ext cx="7765738" cy="2858874"/>
          </a:xfrm>
        </p:spPr>
        <p:txBody>
          <a:bodyPr/>
          <a:lstStyle/>
          <a:p>
            <a:r>
              <a:rPr lang="en-GB" dirty="0">
                <a:latin typeface="Montserrat Black" panose="00000A00000000000000" pitchFamily="2" charset="0"/>
              </a:rPr>
              <a:t>Module 1:</a:t>
            </a:r>
            <a:br>
              <a:rPr lang="en-GB" dirty="0">
                <a:latin typeface="Montserrat Black" panose="00000A00000000000000" pitchFamily="2" charset="0"/>
              </a:rPr>
            </a:br>
            <a:r>
              <a:rPr lang="en-GB" cap="none" dirty="0">
                <a:latin typeface="Montserrat Black" panose="00000A00000000000000" pitchFamily="2" charset="0"/>
              </a:rPr>
              <a:t>What is data storytelling?</a:t>
            </a:r>
            <a:endParaRPr lang="en-GB" dirty="0">
              <a:latin typeface="Montserrat Black" panose="00000A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66200-D803-40CD-9A57-157A0B4E60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27301" y="3203845"/>
            <a:ext cx="7475230" cy="2791976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Why do data and analytics matter?</a:t>
            </a:r>
          </a:p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Benefits of data storytelling</a:t>
            </a:r>
          </a:p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Convert insight into information</a:t>
            </a:r>
          </a:p>
        </p:txBody>
      </p:sp>
    </p:spTree>
    <p:extLst>
      <p:ext uri="{BB962C8B-B14F-4D97-AF65-F5344CB8AC3E}">
        <p14:creationId xmlns:p14="http://schemas.microsoft.com/office/powerpoint/2010/main" val="4096264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2EBFB-FFA7-7B81-6DDD-D2A1D60938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5026" y="1534571"/>
            <a:ext cx="6601521" cy="479282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200"/>
              </a:spcAft>
            </a:pPr>
            <a:r>
              <a:rPr lang="en-GB" sz="1800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activities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1800" b="0" cap="none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You can discuss these with your trainer or write down some ideas for the business.</a:t>
            </a:r>
          </a:p>
          <a:p>
            <a:pPr marL="342900" lvl="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GB" sz="1800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for your stories</a:t>
            </a:r>
            <a:r>
              <a:rPr lang="en-GB" sz="1800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GB" sz="1800" b="0" cap="none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– what data do you need for your reports in your organisation? Where is the data stored? How is the data accessed for your report?</a:t>
            </a:r>
          </a:p>
          <a:p>
            <a:pPr marL="342900" lvl="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GB" sz="1800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Analytics for your stories </a:t>
            </a:r>
            <a:r>
              <a:rPr lang="en-GB" sz="1800" b="0" cap="none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– what analytics do you use on your data?</a:t>
            </a:r>
          </a:p>
          <a:p>
            <a:pPr marL="342900" lvl="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GB" sz="1800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current insights</a:t>
            </a:r>
            <a:r>
              <a:rPr lang="en-GB" sz="1800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 </a:t>
            </a:r>
            <a:r>
              <a:rPr lang="en-GB" sz="1800" b="0" cap="none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– what insights do you have that need to be converted into information?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BE649-3EF2-47AF-A52C-F0C74AD5CF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7629" y="1534571"/>
            <a:ext cx="3356517" cy="292576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464560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7027-35D7-4557-81EF-556190C8C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Montserrat Black" panose="00000A00000000000000" pitchFamily="2" charset="0"/>
              </a:rPr>
              <a:t>Module 2:</a:t>
            </a:r>
            <a:br>
              <a:rPr lang="en-GB" dirty="0">
                <a:latin typeface="Montserrat Black" panose="00000A00000000000000" pitchFamily="2" charset="0"/>
              </a:rPr>
            </a:br>
            <a:r>
              <a:rPr lang="en-GB" cap="none" dirty="0">
                <a:latin typeface="Montserrat Black" panose="00000A00000000000000" pitchFamily="2" charset="0"/>
              </a:rPr>
              <a:t>Asking better questions</a:t>
            </a:r>
            <a:endParaRPr lang="en-GB" dirty="0">
              <a:latin typeface="Montserrat Black" panose="00000A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836E1-0F06-4474-BD7E-57CFE13FB9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27302" y="3203845"/>
            <a:ext cx="7475230" cy="2791976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What is a data question?</a:t>
            </a:r>
          </a:p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Translate and clarify questions</a:t>
            </a:r>
          </a:p>
        </p:txBody>
      </p:sp>
    </p:spTree>
    <p:extLst>
      <p:ext uri="{BB962C8B-B14F-4D97-AF65-F5344CB8AC3E}">
        <p14:creationId xmlns:p14="http://schemas.microsoft.com/office/powerpoint/2010/main" val="1073709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2957C-30B8-8755-446F-DA841A184C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9989" y="1800689"/>
            <a:ext cx="6166625" cy="351194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200"/>
              </a:spcAft>
            </a:pPr>
            <a:r>
              <a:rPr lang="en-GB" sz="1800" b="1" cap="none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activity</a:t>
            </a:r>
            <a:endParaRPr lang="en-GB" sz="1800" cap="none" dirty="0">
              <a:effectLst/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1800" cap="none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You can discuss this with your trainer or write down some ideas for the business.</a:t>
            </a:r>
            <a:br>
              <a:rPr lang="en-GB" sz="1800" cap="none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</a:br>
            <a:endParaRPr lang="en-GB" sz="1800" cap="none" dirty="0">
              <a:solidFill>
                <a:srgbClr val="004050"/>
              </a:solidFill>
              <a:effectLst/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1800" b="1" cap="none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questions</a:t>
            </a:r>
            <a:endParaRPr lang="en-GB" sz="1800" b="1" cap="none" dirty="0">
              <a:latin typeface="Montserrat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1800" cap="none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What questions do you regularly get asked for your reports in your organisation? How do you currently tackle those questions? What will you now do differently?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BE649-3EF2-47AF-A52C-F0C74AD5CF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3386" y="1800689"/>
            <a:ext cx="3356516" cy="2592891"/>
          </a:xfrm>
          <a:prstGeom prst="rect">
            <a:avLst/>
          </a:prstGeom>
        </p:spPr>
        <p:txBody>
          <a:bodyPr/>
          <a:lstStyle/>
          <a:p>
            <a:r>
              <a:rPr lang="en-GB" sz="3600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574506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377A-D1B6-4E6E-8138-48DDD810EC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Montserrat Black" panose="00000A00000000000000" pitchFamily="2" charset="0"/>
              </a:rPr>
              <a:t>Module 3:</a:t>
            </a:r>
            <a:br>
              <a:rPr lang="en-GB" dirty="0">
                <a:latin typeface="Montserrat Black" panose="00000A00000000000000" pitchFamily="2" charset="0"/>
              </a:rPr>
            </a:br>
            <a:r>
              <a:rPr lang="en-GB" cap="none" dirty="0">
                <a:latin typeface="Montserrat Black" panose="00000A00000000000000" pitchFamily="2" charset="0"/>
              </a:rPr>
              <a:t>Underlying data quality</a:t>
            </a:r>
            <a:endParaRPr lang="en-GB" dirty="0">
              <a:latin typeface="Montserrat Black" panose="00000A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A1427-7C3A-48DB-884D-AB8B33EAB9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27302" y="3203845"/>
            <a:ext cx="7475230" cy="2791976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bg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Four main data qualities</a:t>
            </a:r>
          </a:p>
          <a:p>
            <a:pPr marL="800100" lvl="1" indent="-342900">
              <a:lnSpc>
                <a:spcPct val="107000"/>
              </a:lnSpc>
              <a:spcBef>
                <a:spcPts val="400"/>
              </a:spcBef>
              <a:buClr>
                <a:schemeClr val="bg1"/>
              </a:buClr>
              <a:buFont typeface="Symbol" panose="05050102010706020507" pitchFamily="18" charset="2"/>
              <a:buChar char=""/>
            </a:pPr>
            <a:r>
              <a:rPr lang="en-GB" sz="2000" dirty="0">
                <a:solidFill>
                  <a:schemeClr val="bg1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Filtered, gaps, specific, naming</a:t>
            </a:r>
          </a:p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bg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Two main types of data</a:t>
            </a:r>
          </a:p>
          <a:p>
            <a:pPr marL="800100" lvl="1" indent="-342900">
              <a:lnSpc>
                <a:spcPct val="107000"/>
              </a:lnSpc>
              <a:spcBef>
                <a:spcPts val="400"/>
              </a:spcBef>
              <a:buClr>
                <a:schemeClr val="bg1"/>
              </a:buClr>
              <a:buFont typeface="Symbol" panose="05050102010706020507" pitchFamily="18" charset="2"/>
              <a:buChar char=""/>
            </a:pPr>
            <a:r>
              <a:rPr lang="en-GB" sz="2000" dirty="0">
                <a:solidFill>
                  <a:schemeClr val="bg1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Quantitative and qualitative</a:t>
            </a:r>
          </a:p>
        </p:txBody>
      </p:sp>
    </p:spTree>
    <p:extLst>
      <p:ext uri="{BB962C8B-B14F-4D97-AF65-F5344CB8AC3E}">
        <p14:creationId xmlns:p14="http://schemas.microsoft.com/office/powerpoint/2010/main" val="2961537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ABE36-1C81-982D-FA09-41B664351F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785" y="1929161"/>
            <a:ext cx="3443732" cy="2172823"/>
          </a:xfrm>
        </p:spPr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0A65CD4-9026-F86C-4793-D98B548C6F00}"/>
              </a:ext>
            </a:extLst>
          </p:cNvPr>
          <p:cNvSpPr txBox="1">
            <a:spLocks/>
          </p:cNvSpPr>
          <p:nvPr/>
        </p:nvSpPr>
        <p:spPr>
          <a:xfrm>
            <a:off x="4911463" y="1895707"/>
            <a:ext cx="6238820" cy="375796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79388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Bef>
                <a:spcPts val="600"/>
              </a:spcBef>
              <a:spcAft>
                <a:spcPts val="200"/>
              </a:spcAft>
            </a:pPr>
            <a:r>
              <a:rPr lang="en-GB" sz="1800" b="1" dirty="0"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questions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F3622C"/>
              </a:buClr>
            </a:pPr>
            <a:r>
              <a:rPr lang="en-GB" sz="1800" dirty="0">
                <a:solidFill>
                  <a:srgbClr val="004050"/>
                </a:solidFill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You can discuss this with your trainer or write down some ideas for the business.</a:t>
            </a:r>
            <a:br>
              <a:rPr lang="en-GB" sz="1800" dirty="0">
                <a:solidFill>
                  <a:srgbClr val="004050"/>
                </a:solidFill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</a:br>
            <a:endParaRPr lang="en-GB" sz="1800" dirty="0">
              <a:solidFill>
                <a:srgbClr val="004050"/>
              </a:solidFill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F3622C"/>
              </a:buClr>
            </a:pPr>
            <a:r>
              <a:rPr lang="en-GB" sz="1800" b="1" dirty="0"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qualitative data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F3622C"/>
              </a:buClr>
            </a:pPr>
            <a:r>
              <a:rPr lang="en-GB" sz="1800" dirty="0">
                <a:solidFill>
                  <a:srgbClr val="004050"/>
                </a:solidFill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Do you have any data that is qualitative? What do you currently do with it? Would you do anything differently now that you are more aware of qualitative data?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F3622C"/>
              </a:buClr>
            </a:pPr>
            <a:endParaRPr lang="en-GB" sz="1600" dirty="0">
              <a:solidFill>
                <a:srgbClr val="004050"/>
              </a:solidFill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689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D3C70-3DED-4DE8-9869-256E2ED97E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Montserrat Black" panose="00000A00000000000000" pitchFamily="2" charset="0"/>
              </a:rPr>
              <a:t>Module 4:</a:t>
            </a:r>
            <a:br>
              <a:rPr lang="en-GB" dirty="0">
                <a:latin typeface="Montserrat Black" panose="00000A00000000000000" pitchFamily="2" charset="0"/>
              </a:rPr>
            </a:br>
            <a:r>
              <a:rPr lang="en-GB" cap="none" dirty="0">
                <a:latin typeface="Montserrat Black" panose="00000A00000000000000" pitchFamily="2" charset="0"/>
              </a:rPr>
              <a:t>Building an insight</a:t>
            </a:r>
            <a:endParaRPr lang="en-GB" dirty="0">
              <a:latin typeface="Montserrat Black" panose="00000A00000000000000" pitchFamily="2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1DE63A9-8984-84DF-C7E1-60F0BB32D4D0}"/>
              </a:ext>
            </a:extLst>
          </p:cNvPr>
          <p:cNvSpPr txBox="1">
            <a:spLocks/>
          </p:cNvSpPr>
          <p:nvPr/>
        </p:nvSpPr>
        <p:spPr>
          <a:xfrm>
            <a:off x="4327304" y="3203845"/>
            <a:ext cx="7475230" cy="2791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7000"/>
              </a:lnSpc>
              <a:spcBef>
                <a:spcPts val="400"/>
              </a:spcBef>
              <a:buClr>
                <a:schemeClr val="bg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What is a hypothesis?</a:t>
            </a: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buClr>
                <a:schemeClr val="bg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Developing the hypothesis</a:t>
            </a: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buClr>
                <a:schemeClr val="bg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1817113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D85CFF-B0A6-A01F-A170-1822118ABA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6536" y="1442902"/>
            <a:ext cx="6021658" cy="394533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200"/>
              </a:spcAft>
            </a:pPr>
            <a:r>
              <a:rPr lang="en-GB" sz="1800" b="1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activity</a:t>
            </a:r>
            <a:endParaRPr lang="en-GB" sz="1800" cap="none" dirty="0">
              <a:solidFill>
                <a:schemeClr val="tx1"/>
              </a:solidFill>
              <a:effectLst/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1800" b="0" cap="none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You can discuss this with your trainer or write down some ideas for the business.</a:t>
            </a:r>
            <a:br>
              <a:rPr lang="en-GB" sz="1800" b="0" cap="none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</a:br>
            <a:endParaRPr lang="en-GB" sz="1800" b="0" cap="none" dirty="0">
              <a:solidFill>
                <a:srgbClr val="004050"/>
              </a:solidFill>
              <a:effectLst/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1800" b="1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actions</a:t>
            </a:r>
            <a:endParaRPr lang="en-GB" sz="1800" b="1" cap="none" dirty="0">
              <a:solidFill>
                <a:schemeClr val="tx1"/>
              </a:solidFill>
              <a:latin typeface="Montserrat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1800" b="0" cap="none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What hypotheses have you formulated from your data analysis? How would you tackle those hypotheses? What insights are you developing? Overall, what are your main takeaways?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BE649-3EF2-47AF-A52C-F0C74AD5CF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617" y="1442902"/>
            <a:ext cx="2738061" cy="2925762"/>
          </a:xfrm>
          <a:prstGeom prst="rect">
            <a:avLst/>
          </a:prstGeo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372873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1015B0-2F91-45AF-8219-F501877190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Montserrat Black" panose="00000A00000000000000" pitchFamily="2" charset="0"/>
              </a:rPr>
              <a:t>Module 5:</a:t>
            </a:r>
            <a:br>
              <a:rPr lang="en-GB" dirty="0">
                <a:latin typeface="Montserrat Black" panose="00000A00000000000000" pitchFamily="2" charset="0"/>
              </a:rPr>
            </a:br>
            <a:r>
              <a:rPr lang="en-GB" cap="none" dirty="0">
                <a:latin typeface="Montserrat Black" panose="00000A00000000000000" pitchFamily="2" charset="0"/>
              </a:rPr>
              <a:t>Identify the audience</a:t>
            </a:r>
            <a:endParaRPr lang="en-GB" dirty="0">
              <a:latin typeface="Montserrat Black" panose="00000A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38719-5C28-4E28-A01D-8715D6AEA9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27303" y="3203845"/>
            <a:ext cx="7475230" cy="2791976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GB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Who is my audience</a:t>
            </a:r>
          </a:p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GB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Empathy mapping</a:t>
            </a:r>
          </a:p>
        </p:txBody>
      </p:sp>
    </p:spTree>
    <p:extLst>
      <p:ext uri="{BB962C8B-B14F-4D97-AF65-F5344CB8AC3E}">
        <p14:creationId xmlns:p14="http://schemas.microsoft.com/office/powerpoint/2010/main" val="3586584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A6A8A-855E-513E-124C-A5A0DBCB2D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4820" y="1409448"/>
            <a:ext cx="6205585" cy="4169869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200"/>
              </a:spcAft>
            </a:pPr>
            <a:r>
              <a:rPr lang="en-GB" sz="1800" b="1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activity</a:t>
            </a:r>
            <a:br>
              <a:rPr lang="en-GB" sz="1800" cap="none" dirty="0">
                <a:solidFill>
                  <a:schemeClr val="tx1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0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You can discuss this with your trainer or write down some ideas for the business.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endParaRPr lang="en-GB" sz="1800" cap="none" dirty="0">
              <a:solidFill>
                <a:schemeClr val="tx1"/>
              </a:solidFill>
              <a:effectLst/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  <a:p>
            <a:r>
              <a:rPr lang="en-GB" sz="1800" b="1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maps</a:t>
            </a:r>
            <a:endParaRPr lang="en-GB" sz="1800" cap="none" dirty="0">
              <a:solidFill>
                <a:schemeClr val="tx1"/>
              </a:solidFill>
              <a:effectLst/>
              <a:latin typeface="Montserrat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b="0" cap="none" dirty="0">
                <a:solidFill>
                  <a:schemeClr val="tx1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GB" sz="1800" b="0" cap="none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o you have any existing empathy maps or personas that you can use? Are there any you need to create?</a:t>
            </a:r>
            <a:endParaRPr lang="en-GB" sz="1600" b="0" cap="none" dirty="0">
              <a:solidFill>
                <a:schemeClr val="tx1"/>
              </a:solidFill>
              <a:effectLst/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22393-31C1-4402-B37A-D321C68C2A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1083" y="1407251"/>
            <a:ext cx="2698595" cy="292576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146133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1015B0-2F91-45AF-8219-F501877190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Montserrat Black" panose="00000A00000000000000" pitchFamily="2" charset="0"/>
              </a:rPr>
              <a:t>Module 6:</a:t>
            </a:r>
            <a:br>
              <a:rPr lang="en-GB" dirty="0">
                <a:latin typeface="Montserrat Black" panose="00000A00000000000000" pitchFamily="2" charset="0"/>
              </a:rPr>
            </a:br>
            <a:r>
              <a:rPr lang="en-GB" cap="none" dirty="0">
                <a:latin typeface="Montserrat Black" panose="00000A00000000000000" pitchFamily="2" charset="0"/>
              </a:rPr>
              <a:t>Building effective visuals</a:t>
            </a:r>
            <a:endParaRPr lang="en-GB" dirty="0">
              <a:latin typeface="Montserrat Black" panose="00000A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38719-5C28-4E28-A01D-8715D6AEA9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27302" y="3203845"/>
            <a:ext cx="7475230" cy="2791976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Where can visualisations be used?</a:t>
            </a:r>
          </a:p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Visualisation types</a:t>
            </a:r>
          </a:p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solidFill>
                  <a:srgbClr val="00405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Focus attention</a:t>
            </a:r>
          </a:p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solidFill>
                  <a:srgbClr val="004050"/>
                </a:solidFill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Emphasis key points</a:t>
            </a:r>
            <a:endParaRPr lang="en-GB" sz="2400" dirty="0">
              <a:solidFill>
                <a:srgbClr val="004050"/>
              </a:solidFill>
              <a:effectLst/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280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A6A8A-855E-513E-124C-A5A0DBCB2D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39269" y="1011537"/>
            <a:ext cx="6646127" cy="5846463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200"/>
              </a:spcAft>
            </a:pPr>
            <a:r>
              <a:rPr lang="en-GB" sz="1800" b="1" cap="none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questions</a:t>
            </a:r>
          </a:p>
          <a:p>
            <a:pPr marL="342900" lvl="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GB" sz="1800" cap="none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Why is simplifying complex data important in data storytelling?</a:t>
            </a:r>
          </a:p>
          <a:p>
            <a:pPr marL="742950" lvl="1" indent="-285750">
              <a:lnSpc>
                <a:spcPct val="107000"/>
              </a:lnSpc>
              <a:spcAft>
                <a:spcPts val="20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GB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A: to overwhelm the audience with information.</a:t>
            </a:r>
          </a:p>
          <a:p>
            <a:pPr marL="742950" lvl="1" indent="-285750">
              <a:lnSpc>
                <a:spcPct val="107000"/>
              </a:lnSpc>
              <a:spcAft>
                <a:spcPts val="20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GB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B: to make the data more difficult to understand.</a:t>
            </a:r>
          </a:p>
          <a:p>
            <a:pPr marL="742950" lvl="1" indent="-285750">
              <a:lnSpc>
                <a:spcPct val="107000"/>
              </a:lnSpc>
              <a:spcAft>
                <a:spcPts val="20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GB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C: to highlight only the critical insights and avoid distractions.</a:t>
            </a:r>
          </a:p>
          <a:p>
            <a:pPr marL="742950" lvl="1" indent="-285750">
              <a:lnSpc>
                <a:spcPct val="107000"/>
              </a:lnSpc>
              <a:spcAft>
                <a:spcPts val="20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GB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D</a:t>
            </a:r>
            <a:r>
              <a:rPr lang="en-GB" i="1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:</a:t>
            </a:r>
            <a:r>
              <a:rPr lang="en-GB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 to impress the audience with the depth of the data.</a:t>
            </a:r>
          </a:p>
          <a:p>
            <a:pPr marL="342900" lvl="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GB" sz="1800" cap="none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Fill in the blanks:</a:t>
            </a:r>
            <a:br>
              <a:rPr lang="en-GB" sz="1800" cap="none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GB" sz="1800" cap="none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The matrix visualisation organises data into ____ and ____, just like a table, but it also includes additional dimensions for ____ or categorising the data.</a:t>
            </a:r>
          </a:p>
          <a:p>
            <a:pPr marL="342900" lvl="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GB" sz="1800" cap="none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True or false? A large and varied colour palette is visually pleasing and helps convey the information effectively.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22393-31C1-4402-B37A-D321C68C2A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9142" y="1407251"/>
            <a:ext cx="3523785" cy="2925762"/>
          </a:xfrm>
        </p:spPr>
        <p:txBody>
          <a:bodyPr/>
          <a:lstStyle/>
          <a:p>
            <a:r>
              <a:rPr lang="en-GB" sz="3600" dirty="0"/>
              <a:t>REVIEW</a:t>
            </a:r>
            <a:br>
              <a:rPr lang="en-GB" sz="3600" dirty="0"/>
            </a:br>
            <a:r>
              <a:rPr lang="en-GB" sz="3600" dirty="0"/>
              <a:t>(Part 1 of 2)</a:t>
            </a:r>
          </a:p>
        </p:txBody>
      </p:sp>
    </p:spTree>
    <p:extLst>
      <p:ext uri="{BB962C8B-B14F-4D97-AF65-F5344CB8AC3E}">
        <p14:creationId xmlns:p14="http://schemas.microsoft.com/office/powerpoint/2010/main" val="555595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174AC-718C-7C7E-3F3A-B0A2A664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2B695-4F79-5CCA-E56F-DBB8C51E07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3083" y="1407251"/>
            <a:ext cx="6646127" cy="2751999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200"/>
              </a:spcAft>
            </a:pPr>
            <a:r>
              <a:rPr lang="en-GB" sz="1800" b="1" cap="none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activity</a:t>
            </a:r>
          </a:p>
          <a:p>
            <a:pPr lvl="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SzPct val="100000"/>
            </a:pPr>
            <a:r>
              <a:rPr lang="en-GB" sz="1800" cap="none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You can discuss this with your trainer or write down some ideas for the business.</a:t>
            </a:r>
          </a:p>
          <a:p>
            <a:pPr lvl="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SzPct val="100000"/>
            </a:pPr>
            <a:endParaRPr lang="en-GB" sz="1800" cap="none" dirty="0">
              <a:effectLst/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SzPct val="100000"/>
            </a:pPr>
            <a:r>
              <a:rPr lang="en-GB" sz="1800" b="1" cap="none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visuals</a:t>
            </a:r>
            <a:br>
              <a:rPr lang="en-GB" sz="1800" b="1" cap="none" dirty="0"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cap="none" dirty="0"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GB" sz="1800" cap="none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ow do you declutter your visualisations? What type of focus may you need to use? What types of visualisations do you need to develop for your audience?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668F3-D7AD-7C8F-31AB-F05F491F4AB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9142" y="1407251"/>
            <a:ext cx="3523785" cy="2925762"/>
          </a:xfrm>
        </p:spPr>
        <p:txBody>
          <a:bodyPr/>
          <a:lstStyle/>
          <a:p>
            <a:r>
              <a:rPr lang="en-GB" sz="3600" dirty="0"/>
              <a:t>REVIEW</a:t>
            </a:r>
            <a:br>
              <a:rPr lang="en-GB" sz="3600" dirty="0"/>
            </a:br>
            <a:r>
              <a:rPr lang="en-GB" sz="3600" dirty="0"/>
              <a:t>(Part 2 of 2)</a:t>
            </a:r>
          </a:p>
        </p:txBody>
      </p:sp>
    </p:spTree>
    <p:extLst>
      <p:ext uri="{BB962C8B-B14F-4D97-AF65-F5344CB8AC3E}">
        <p14:creationId xmlns:p14="http://schemas.microsoft.com/office/powerpoint/2010/main" val="3207860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1015B0-2F91-45AF-8219-F501877190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Montserrat Black" panose="00000A00000000000000" pitchFamily="2" charset="0"/>
              </a:rPr>
              <a:t>Module 7:</a:t>
            </a:r>
            <a:br>
              <a:rPr lang="en-GB" dirty="0">
                <a:latin typeface="Montserrat Black" panose="00000A00000000000000" pitchFamily="2" charset="0"/>
              </a:rPr>
            </a:br>
            <a:r>
              <a:rPr lang="en-GB" cap="none" dirty="0">
                <a:latin typeface="Montserrat Black" panose="00000A00000000000000" pitchFamily="2" charset="0"/>
              </a:rPr>
              <a:t>Creating a narrative</a:t>
            </a:r>
            <a:endParaRPr lang="en-GB" dirty="0">
              <a:latin typeface="Montserrat Black" panose="00000A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38719-5C28-4E28-A01D-8715D6AEA9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27304" y="3203845"/>
            <a:ext cx="7475230" cy="2791976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bg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Data narrative arc – telling the story!</a:t>
            </a:r>
          </a:p>
          <a:p>
            <a:pPr marL="342900" marR="0" lvl="0" indent="-34290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bg1"/>
              </a:buClr>
              <a:buFont typeface="Symbol" panose="05050102010706020507" pitchFamily="18" charset="2"/>
              <a:buChar char=""/>
            </a:pPr>
            <a:r>
              <a:rPr lang="en-GB" sz="2400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Build a storyboard</a:t>
            </a:r>
          </a:p>
        </p:txBody>
      </p:sp>
    </p:spTree>
    <p:extLst>
      <p:ext uri="{BB962C8B-B14F-4D97-AF65-F5344CB8AC3E}">
        <p14:creationId xmlns:p14="http://schemas.microsoft.com/office/powerpoint/2010/main" val="3140989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22393-31C1-4402-B37A-D321C68C2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660465"/>
          </a:xfrm>
        </p:spPr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A6A8A-855E-513E-124C-A5A0DBCB2D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8" y="1773044"/>
            <a:ext cx="6733684" cy="4644380"/>
          </a:xfrm>
        </p:spPr>
        <p:txBody>
          <a:bodyPr anchor="t" anchorCtr="0">
            <a:norm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200"/>
              </a:spcAft>
            </a:pPr>
            <a:r>
              <a:rPr lang="en-GB" sz="1800" b="1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activity</a:t>
            </a:r>
            <a:endParaRPr lang="en-GB" sz="1800" dirty="0">
              <a:effectLst/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1800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You can discuss this with your trainer or write down some ideas for the business.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endParaRPr lang="en-GB" sz="1800" dirty="0">
              <a:effectLst/>
              <a:latin typeface="Montserrat" panose="00000500000000000000" pitchFamily="2" charset="0"/>
              <a:ea typeface="Montserrat" panose="000005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1800" b="1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actions</a:t>
            </a:r>
            <a:r>
              <a:rPr lang="en-GB" sz="1800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 </a:t>
            </a:r>
            <a:br>
              <a:rPr lang="en-GB" sz="1800" dirty="0"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GB" sz="1800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Times New Roman" panose="02020603050405020304" pitchFamily="18" charset="0"/>
              </a:rPr>
              <a:t>What storyboards do you need to create? How are you going to foster an emotional connection?</a:t>
            </a:r>
          </a:p>
        </p:txBody>
      </p:sp>
    </p:spTree>
    <p:extLst>
      <p:ext uri="{BB962C8B-B14F-4D97-AF65-F5344CB8AC3E}">
        <p14:creationId xmlns:p14="http://schemas.microsoft.com/office/powerpoint/2010/main" val="580556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384784" y="4609337"/>
            <a:ext cx="5627171" cy="104331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8000" dirty="0"/>
              <a:t>Let’s</a:t>
            </a:r>
            <a:br>
              <a:rPr lang="en-GB" sz="8000" dirty="0"/>
            </a:br>
            <a:r>
              <a:rPr lang="en-GB" sz="8000" dirty="0"/>
              <a:t>Review </a:t>
            </a:r>
          </a:p>
        </p:txBody>
      </p:sp>
    </p:spTree>
    <p:extLst>
      <p:ext uri="{BB962C8B-B14F-4D97-AF65-F5344CB8AC3E}">
        <p14:creationId xmlns:p14="http://schemas.microsoft.com/office/powerpoint/2010/main" val="1205496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B6D5-2BBA-3EEB-4EF8-57F4FD22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5C4515-1E5B-1B5F-5C0D-B6173D1F9B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Course 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B0012-D13C-EE55-AE2A-F13F646CD75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886008" y="1094818"/>
            <a:ext cx="6166802" cy="499366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Understand what data storytelling 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Translate and clarify questions.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Understand what the question means and how to ask it better.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Work with underlying data quality.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Build a meaningful insight.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Define a hypothesis.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Identify the audience.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Build effective visuals.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Creating a compelling narrative.</a:t>
            </a:r>
          </a:p>
        </p:txBody>
      </p:sp>
    </p:spTree>
    <p:extLst>
      <p:ext uri="{BB962C8B-B14F-4D97-AF65-F5344CB8AC3E}">
        <p14:creationId xmlns:p14="http://schemas.microsoft.com/office/powerpoint/2010/main" val="3221321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3600" dirty="0"/>
              <a:t>What Are You going  to:</a:t>
            </a:r>
          </a:p>
        </p:txBody>
      </p:sp>
      <p:pic>
        <p:nvPicPr>
          <p:cNvPr id="4" name="Picture 3" descr="Traffic Light PNG Transparent Images | PNG All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89055" y="795646"/>
            <a:ext cx="2413401" cy="54624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805097" y="1349984"/>
            <a:ext cx="3133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 Black"/>
                <a:ea typeface="+mn-ea"/>
                <a:cs typeface="+mn-cs"/>
              </a:rPr>
              <a:t>Stop?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1970" y="2914795"/>
            <a:ext cx="4047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 Black"/>
                <a:ea typeface="+mn-ea"/>
                <a:cs typeface="+mn-cs"/>
              </a:rPr>
              <a:t>Continue?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405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21970" y="4479607"/>
            <a:ext cx="3133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 Black"/>
                <a:ea typeface="+mn-ea"/>
                <a:cs typeface="+mn-cs"/>
              </a:rPr>
              <a:t>Start?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405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6725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76237" y="1804582"/>
            <a:ext cx="7805862" cy="2102400"/>
          </a:xfrm>
        </p:spPr>
        <p:txBody>
          <a:bodyPr/>
          <a:lstStyle/>
          <a:p>
            <a:r>
              <a:rPr lang="en-GB" sz="4400" dirty="0"/>
              <a:t>Congratulations  </a:t>
            </a:r>
            <a:r>
              <a:rPr lang="en-GB" sz="5400" dirty="0"/>
              <a:t>and Thank You </a:t>
            </a:r>
            <a:endParaRPr lang="en-GB" sz="4400" dirty="0"/>
          </a:p>
        </p:txBody>
      </p:sp>
      <p:sp>
        <p:nvSpPr>
          <p:cNvPr id="6" name="Content Placeholder 5"/>
          <p:cNvSpPr>
            <a:spLocks noGrp="1"/>
          </p:cNvSpPr>
          <p:nvPr>
            <p:ph type="body" sz="quarter" idx="4294967295"/>
          </p:nvPr>
        </p:nvSpPr>
        <p:spPr>
          <a:xfrm>
            <a:off x="376237" y="5436467"/>
            <a:ext cx="6604000" cy="6858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dirty="0">
                <a:solidFill>
                  <a:schemeClr val="bg1"/>
                </a:solidFill>
              </a:rPr>
              <a:t>You will receive your course attendance certificate via email.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15299">
            <a:off x="7307036" y="2368134"/>
            <a:ext cx="1750125" cy="225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486764"/>
      </p:ext>
    </p:extLst>
  </p:cSld>
  <p:clrMapOvr>
    <a:masterClrMapping/>
  </p:clrMapOvr>
</p:sld>
</file>

<file path=ppt/theme/theme1.xml><?xml version="1.0" encoding="utf-8"?>
<a:theme xmlns:a="http://schemas.openxmlformats.org/drawingml/2006/main" name="Housekeeping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A Colours &amp; Fonts" id="{C7B42BE3-00CE-4D5C-99BF-FC15B1737F68}" vid="{478C4F9F-930F-4067-9C45-4D02CFDA8825}"/>
    </a:ext>
  </a:extLst>
</a:theme>
</file>

<file path=ppt/theme/theme2.xml><?xml version="1.0" encoding="utf-8"?>
<a:theme xmlns:a="http://schemas.openxmlformats.org/drawingml/2006/main" name="Module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 Slides" id="{9F54BA7C-F712-45FB-95B1-9C67A946310D}" vid="{7DFA235A-0F5D-42DF-BC5E-11535C378036}"/>
    </a:ext>
  </a:extLst>
</a:theme>
</file>

<file path=ppt/theme/theme3.xml><?xml version="1.0" encoding="utf-8"?>
<a:theme xmlns:a="http://schemas.openxmlformats.org/drawingml/2006/main" name="Arrows &amp;&amp; Content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 Slides" id="{9F54BA7C-F712-45FB-95B1-9C67A946310D}" vid="{8C5917F4-0815-4FD7-9D52-FBC1A44338DF}"/>
    </a:ext>
  </a:extLst>
</a:theme>
</file>

<file path=ppt/theme/theme4.xml><?xml version="1.0" encoding="utf-8"?>
<a:theme xmlns:a="http://schemas.openxmlformats.org/drawingml/2006/main" name="Banner Title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 Slides" id="{9F54BA7C-F712-45FB-95B1-9C67A946310D}" vid="{7F17CEC2-CE00-454E-B461-BCBFAA20B818}"/>
    </a:ext>
  </a:extLst>
</a:theme>
</file>

<file path=ppt/theme/theme5.xml><?xml version="1.0" encoding="utf-8"?>
<a:theme xmlns:a="http://schemas.openxmlformats.org/drawingml/2006/main" name="Content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 Slides" id="{9F54BA7C-F712-45FB-95B1-9C67A946310D}" vid="{7F17CEC2-CE00-454E-B461-BCBFAA20B818}"/>
    </a:ext>
  </a:extLst>
</a:theme>
</file>

<file path=ppt/theme/theme6.xml><?xml version="1.0" encoding="utf-8"?>
<a:theme xmlns:a="http://schemas.openxmlformats.org/drawingml/2006/main" name="People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 Slides" id="{9F54BA7C-F712-45FB-95B1-9C67A946310D}" vid="{8C1DA01F-7950-40D1-AC09-F17426547464}"/>
    </a:ext>
  </a:extLst>
</a:theme>
</file>

<file path=ppt/theme/theme7.xml><?xml version="1.0" encoding="utf-8"?>
<a:theme xmlns:a="http://schemas.openxmlformats.org/drawingml/2006/main" name="Arrows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 Slides" id="{9F54BA7C-F712-45FB-95B1-9C67A946310D}" vid="{5062A9C6-38ED-4758-A7CD-AB3B057B82E1}"/>
    </a:ext>
  </a:extLst>
</a:theme>
</file>

<file path=ppt/theme/theme8.xml><?xml version="1.0" encoding="utf-8"?>
<a:theme xmlns:a="http://schemas.openxmlformats.org/drawingml/2006/main" name="PowerPoint innit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innit" id="{FC740445-7AFD-4C9C-86E6-6164802044EC}" vid="{D44365B1-9612-4C7D-820D-C4FE7CAAA8F5}"/>
    </a:ext>
  </a:extLst>
</a:theme>
</file>

<file path=ppt/theme/theme9.xml><?xml version="1.0" encoding="utf-8"?>
<a:theme xmlns:a="http://schemas.openxmlformats.org/drawingml/2006/main" name="Master_Neutral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10.xml><?xml version="1.0" encoding="utf-8"?>
<a:theme xmlns:a="http://schemas.openxmlformats.org/drawingml/2006/main" name="Master_Red_and_Purpl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11.xml><?xml version="1.0" encoding="utf-8"?>
<a:theme xmlns:a="http://schemas.openxmlformats.org/drawingml/2006/main" name="Master_Yellow_and_Orang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12.xml><?xml version="1.0" encoding="utf-8"?>
<a:theme xmlns:a="http://schemas.openxmlformats.org/drawingml/2006/main" name="Master_Blu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13.xml><?xml version="1.0" encoding="utf-8"?>
<a:theme xmlns:a="http://schemas.openxmlformats.org/drawingml/2006/main" name="1_Master_Neutral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14.xml><?xml version="1.0" encoding="utf-8"?>
<a:theme xmlns:a="http://schemas.openxmlformats.org/drawingml/2006/main" name="Apprenticeship templat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nd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QA - NEW Powerpoint template_v3.0" id="{757C6B63-E14D-49F7-B3A2-1526B7ACA66B}" vid="{484D6699-C988-4F0E-BCF1-0F878826832A}"/>
    </a:ext>
  </a:extLst>
</a:theme>
</file>

<file path=ppt/theme/theme15.xml><?xml version="1.0" encoding="utf-8"?>
<a:theme xmlns:a="http://schemas.openxmlformats.org/drawingml/2006/main" name="2_Office Them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nd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QA - NEW Powerpoint template_v3.0" id="{757C6B63-E14D-49F7-B3A2-1526B7ACA66B}" vid="{484D6699-C988-4F0E-BCF1-0F878826832A}"/>
    </a:ext>
  </a:extLst>
</a:theme>
</file>

<file path=ppt/theme/theme16.xml><?xml version="1.0" encoding="utf-8"?>
<a:theme xmlns:a="http://schemas.openxmlformats.org/drawingml/2006/main" name="1_Office Them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nd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QA - NEW Powerpoint template_v3.0" id="{757C6B63-E14D-49F7-B3A2-1526B7ACA66B}" vid="{484D6699-C988-4F0E-BCF1-0F878826832A}"/>
    </a:ext>
  </a:extLst>
</a:theme>
</file>

<file path=ppt/theme/theme17.xml><?xml version="1.0" encoding="utf-8"?>
<a:theme xmlns:a="http://schemas.openxmlformats.org/drawingml/2006/main" name="3_Office Them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nd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QA - NEW Powerpoint template_v3.0" id="{757C6B63-E14D-49F7-B3A2-1526B7ACA66B}" vid="{484D6699-C988-4F0E-BCF1-0F878826832A}"/>
    </a:ext>
  </a:extLst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7c3fc1-ccd5-477b-94a4-7b6dc96a8d59">
      <Terms xmlns="http://schemas.microsoft.com/office/infopath/2007/PartnerControls"/>
    </lcf76f155ced4ddcb4097134ff3c332f>
    <TaxCatchAll xmlns="9e706368-9a73-4dcc-9221-b8fc62424f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17C33DDE971642A3AD62E1BE8FB4A8" ma:contentTypeVersion="19" ma:contentTypeDescription="Create a new document." ma:contentTypeScope="" ma:versionID="d02769d2ab7b1bcec9542bdd271fc7e9">
  <xsd:schema xmlns:xsd="http://www.w3.org/2001/XMLSchema" xmlns:xs="http://www.w3.org/2001/XMLSchema" xmlns:p="http://schemas.microsoft.com/office/2006/metadata/properties" xmlns:ns2="eb7c3fc1-ccd5-477b-94a4-7b6dc96a8d59" xmlns:ns3="9e706368-9a73-4dcc-9221-b8fc62424fbc" targetNamespace="http://schemas.microsoft.com/office/2006/metadata/properties" ma:root="true" ma:fieldsID="a1c8b2b3a1f44c45521bccb52bcb96c1" ns2:_="" ns3:_="">
    <xsd:import namespace="eb7c3fc1-ccd5-477b-94a4-7b6dc96a8d59"/>
    <xsd:import namespace="9e706368-9a73-4dcc-9221-b8fc62424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c3fc1-ccd5-477b-94a4-7b6dc96a8d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706368-9a73-4dcc-9221-b8fc62424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0d56f4e-fc78-4139-b8cb-10eb5f78ae8a}" ma:internalName="TaxCatchAll" ma:showField="CatchAllData" ma:web="9e706368-9a73-4dcc-9221-b8fc62424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29CCED-8CD8-4A44-B07D-577F1106DD11}">
  <ds:schemaRefs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9DE01EDC-DFE6-4934-BC57-7CA0A9752733"/>
    <ds:schemaRef ds:uri="http://schemas.microsoft.com/office/2006/metadata/properties"/>
    <ds:schemaRef ds:uri="http://www.w3.org/XML/1998/namespace"/>
    <ds:schemaRef ds:uri="b010d0a2-0afb-4761-895d-6585c20c04d7"/>
    <ds:schemaRef ds:uri="9d579490-102d-4bf3-8643-974e67683526"/>
    <ds:schemaRef ds:uri="eb7c3fc1-ccd5-477b-94a4-7b6dc96a8d59"/>
    <ds:schemaRef ds:uri="9e706368-9a73-4dcc-9221-b8fc62424fbc"/>
  </ds:schemaRefs>
</ds:datastoreItem>
</file>

<file path=customXml/itemProps2.xml><?xml version="1.0" encoding="utf-8"?>
<ds:datastoreItem xmlns:ds="http://schemas.openxmlformats.org/officeDocument/2006/customXml" ds:itemID="{D5AD329A-14D0-4195-A89F-11A53DA098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EAE6F2-3A8E-4C98-95D3-BAEB8688E7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7c3fc1-ccd5-477b-94a4-7b6dc96a8d59"/>
    <ds:schemaRef ds:uri="9e706368-9a73-4dcc-9221-b8fc62424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 Colours &amp; Fonts</Template>
  <TotalTime>1158</TotalTime>
  <Words>990</Words>
  <Application>Microsoft Office PowerPoint</Application>
  <PresentationFormat>Widescreen</PresentationFormat>
  <Paragraphs>166</Paragraphs>
  <Slides>29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29</vt:i4>
      </vt:variant>
    </vt:vector>
  </HeadingPairs>
  <TitlesOfParts>
    <vt:vector size="55" baseType="lpstr">
      <vt:lpstr>Arial</vt:lpstr>
      <vt:lpstr>Calibri</vt:lpstr>
      <vt:lpstr>Courier New</vt:lpstr>
      <vt:lpstr>Krana Fat B</vt:lpstr>
      <vt:lpstr>Montserrat</vt:lpstr>
      <vt:lpstr>Montserrat Black</vt:lpstr>
      <vt:lpstr>Segoe UI</vt:lpstr>
      <vt:lpstr>Symbol</vt:lpstr>
      <vt:lpstr>Wingdings</vt:lpstr>
      <vt:lpstr>Housekeeping</vt:lpstr>
      <vt:lpstr>Module</vt:lpstr>
      <vt:lpstr>Arrows &amp;&amp; Content</vt:lpstr>
      <vt:lpstr>Banner Title</vt:lpstr>
      <vt:lpstr>Content</vt:lpstr>
      <vt:lpstr>People</vt:lpstr>
      <vt:lpstr>Arrows</vt:lpstr>
      <vt:lpstr>PowerPoint innit</vt:lpstr>
      <vt:lpstr>Master_Neutral</vt:lpstr>
      <vt:lpstr>Master_Red_and_Purple</vt:lpstr>
      <vt:lpstr>Master_Yellow_and_Orange</vt:lpstr>
      <vt:lpstr>Master_Blue</vt:lpstr>
      <vt:lpstr>1_Master_Neutral</vt:lpstr>
      <vt:lpstr>Apprenticeship template</vt:lpstr>
      <vt:lpstr>2_Office Theme</vt:lpstr>
      <vt:lpstr>1_Office Theme</vt:lpstr>
      <vt:lpstr>3_Office Theme</vt:lpstr>
      <vt:lpstr>Welcome to Fundamentals of Data Storytelling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Sector do you work in…?</vt:lpstr>
      <vt:lpstr>PowerPoint Presentation</vt:lpstr>
      <vt:lpstr>Let’s get started…</vt:lpstr>
      <vt:lpstr>Module 1: What is data storytelling?</vt:lpstr>
      <vt:lpstr>REVIEW</vt:lpstr>
      <vt:lpstr>Module 2: Asking better questions</vt:lpstr>
      <vt:lpstr>REVIEW</vt:lpstr>
      <vt:lpstr>Module 3: Underlying data quality</vt:lpstr>
      <vt:lpstr>PowerPoint Presentation</vt:lpstr>
      <vt:lpstr>Module 4: Building an insight</vt:lpstr>
      <vt:lpstr>REVIEW</vt:lpstr>
      <vt:lpstr>Module 5: Identify the audience</vt:lpstr>
      <vt:lpstr>REVIEW</vt:lpstr>
      <vt:lpstr>Module 6: Building effective visuals</vt:lpstr>
      <vt:lpstr>REVIEW (Part 1 of 2)</vt:lpstr>
      <vt:lpstr>REVIEW (Part 2 of 2)</vt:lpstr>
      <vt:lpstr>Module 7: Creating a narrative</vt:lpstr>
      <vt:lpstr>review</vt:lpstr>
      <vt:lpstr>Let’s Review </vt:lpstr>
      <vt:lpstr>PowerPoint Presentation</vt:lpstr>
      <vt:lpstr>PowerPoint Presentation</vt:lpstr>
      <vt:lpstr>Congratulations  and Thank You </vt:lpstr>
    </vt:vector>
  </TitlesOfParts>
  <Company>QA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Literacy Virtual Delivery Slides</dc:title>
  <dc:subject>Data Literacy Virtual Delivery Slides</dc:subject>
  <dc:creator>antony.marsh@qa.com</dc:creator>
  <cp:lastModifiedBy>Wild, Lydia</cp:lastModifiedBy>
  <cp:revision>57</cp:revision>
  <dcterms:created xsi:type="dcterms:W3CDTF">2020-10-01T14:36:15Z</dcterms:created>
  <dcterms:modified xsi:type="dcterms:W3CDTF">2024-02-19T13:22:41Z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0x010100A117C33DDE971642A3AD62E1BE8FB4A8</vt:lpwstr>
  </property>
  <property fmtid="{D5CDD505-2E9C-101B-9397-08002B2CF9AE}" pid="3" name="BookType">
    <vt:lpwstr>4</vt:lpwstr>
  </property>
  <property fmtid="{D5CDD505-2E9C-101B-9397-08002B2CF9AE}" pid="4" name="Version">
    <vt:r8>0.1</vt:r8>
  </property>
  <property fmtid="{D5CDD505-2E9C-101B-9397-08002B2CF9AE}" pid="5" name="Version Date">
    <vt:filetime>2023-01-04T10:00:00Z</vt:filetime>
  </property>
</Properties>
</file>